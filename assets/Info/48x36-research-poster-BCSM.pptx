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63" r:id="rId2"/>
    <p:sldId id="264" r:id="rId3"/>
  </p:sldIdLst>
  <p:sldSz cx="43891200" cy="32918400"/>
  <p:notesSz cx="6858000" cy="9144000"/>
  <p:defaultTextStyle>
    <a:defPPr>
      <a:defRPr lang="en-US"/>
    </a:defPPr>
    <a:lvl1pPr marL="0" algn="l" defTabSz="1985528" rtl="0" eaLnBrk="1" latinLnBrk="0" hangingPunct="1">
      <a:defRPr sz="7800" kern="1200">
        <a:solidFill>
          <a:schemeClr val="tx1"/>
        </a:solidFill>
        <a:latin typeface="+mn-lt"/>
        <a:ea typeface="+mn-ea"/>
        <a:cs typeface="+mn-cs"/>
      </a:defRPr>
    </a:lvl1pPr>
    <a:lvl2pPr marL="1985528" algn="l" defTabSz="1985528" rtl="0" eaLnBrk="1" latinLnBrk="0" hangingPunct="1">
      <a:defRPr sz="7800" kern="1200">
        <a:solidFill>
          <a:schemeClr val="tx1"/>
        </a:solidFill>
        <a:latin typeface="+mn-lt"/>
        <a:ea typeface="+mn-ea"/>
        <a:cs typeface="+mn-cs"/>
      </a:defRPr>
    </a:lvl2pPr>
    <a:lvl3pPr marL="3971056" algn="l" defTabSz="1985528" rtl="0" eaLnBrk="1" latinLnBrk="0" hangingPunct="1">
      <a:defRPr sz="7800" kern="1200">
        <a:solidFill>
          <a:schemeClr val="tx1"/>
        </a:solidFill>
        <a:latin typeface="+mn-lt"/>
        <a:ea typeface="+mn-ea"/>
        <a:cs typeface="+mn-cs"/>
      </a:defRPr>
    </a:lvl3pPr>
    <a:lvl4pPr marL="5956584" algn="l" defTabSz="1985528" rtl="0" eaLnBrk="1" latinLnBrk="0" hangingPunct="1">
      <a:defRPr sz="7800" kern="1200">
        <a:solidFill>
          <a:schemeClr val="tx1"/>
        </a:solidFill>
        <a:latin typeface="+mn-lt"/>
        <a:ea typeface="+mn-ea"/>
        <a:cs typeface="+mn-cs"/>
      </a:defRPr>
    </a:lvl4pPr>
    <a:lvl5pPr marL="7942113" algn="l" defTabSz="1985528" rtl="0" eaLnBrk="1" latinLnBrk="0" hangingPunct="1">
      <a:defRPr sz="7800" kern="1200">
        <a:solidFill>
          <a:schemeClr val="tx1"/>
        </a:solidFill>
        <a:latin typeface="+mn-lt"/>
        <a:ea typeface="+mn-ea"/>
        <a:cs typeface="+mn-cs"/>
      </a:defRPr>
    </a:lvl5pPr>
    <a:lvl6pPr marL="9927641" algn="l" defTabSz="1985528" rtl="0" eaLnBrk="1" latinLnBrk="0" hangingPunct="1">
      <a:defRPr sz="7800" kern="1200">
        <a:solidFill>
          <a:schemeClr val="tx1"/>
        </a:solidFill>
        <a:latin typeface="+mn-lt"/>
        <a:ea typeface="+mn-ea"/>
        <a:cs typeface="+mn-cs"/>
      </a:defRPr>
    </a:lvl6pPr>
    <a:lvl7pPr marL="11913169" algn="l" defTabSz="1985528" rtl="0" eaLnBrk="1" latinLnBrk="0" hangingPunct="1">
      <a:defRPr sz="7800" kern="1200">
        <a:solidFill>
          <a:schemeClr val="tx1"/>
        </a:solidFill>
        <a:latin typeface="+mn-lt"/>
        <a:ea typeface="+mn-ea"/>
        <a:cs typeface="+mn-cs"/>
      </a:defRPr>
    </a:lvl7pPr>
    <a:lvl8pPr marL="13898697" algn="l" defTabSz="1985528" rtl="0" eaLnBrk="1" latinLnBrk="0" hangingPunct="1">
      <a:defRPr sz="7800" kern="1200">
        <a:solidFill>
          <a:schemeClr val="tx1"/>
        </a:solidFill>
        <a:latin typeface="+mn-lt"/>
        <a:ea typeface="+mn-ea"/>
        <a:cs typeface="+mn-cs"/>
      </a:defRPr>
    </a:lvl8pPr>
    <a:lvl9pPr marL="15884225" algn="l" defTabSz="1985528" rtl="0" eaLnBrk="1" latinLnBrk="0" hangingPunct="1">
      <a:defRPr sz="7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83" userDrawn="1">
          <p15:clr>
            <a:srgbClr val="A4A3A4"/>
          </p15:clr>
        </p15:guide>
        <p15:guide id="2" orient="horz" pos="11416" userDrawn="1">
          <p15:clr>
            <a:srgbClr val="A4A3A4"/>
          </p15:clr>
        </p15:guide>
        <p15:guide id="3" pos="19013" userDrawn="1">
          <p15:clr>
            <a:srgbClr val="A4A3A4"/>
          </p15:clr>
        </p15:guide>
        <p15:guide id="4" pos="635" userDrawn="1">
          <p15:clr>
            <a:srgbClr val="A4A3A4"/>
          </p15:clr>
        </p15:guide>
        <p15:guide id="5" pos="8570" userDrawn="1">
          <p15:clr>
            <a:srgbClr val="A4A3A4"/>
          </p15:clr>
        </p15:guide>
        <p15:guide id="6" pos="26958" userDrawn="1">
          <p15:clr>
            <a:srgbClr val="A4A3A4"/>
          </p15:clr>
        </p15:guide>
        <p15:guide id="7" pos="138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C7940D"/>
    <a:srgbClr val="D8D5A8"/>
    <a:srgbClr val="004432"/>
    <a:srgbClr val="E4DDC7"/>
    <a:srgbClr val="96B091"/>
    <a:srgbClr val="3A3F45"/>
    <a:srgbClr val="726863"/>
    <a:srgbClr val="B7994A"/>
    <a:srgbClr val="997059"/>
    <a:srgbClr val="1A75C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95"/>
    <p:restoredTop sz="94410"/>
  </p:normalViewPr>
  <p:slideViewPr>
    <p:cSldViewPr snapToGrid="0" snapToObjects="1" showGuides="1">
      <p:cViewPr varScale="1">
        <p:scale>
          <a:sx n="21" d="100"/>
          <a:sy n="21" d="100"/>
        </p:scale>
        <p:origin x="2288" y="272"/>
      </p:cViewPr>
      <p:guideLst>
        <p:guide orient="horz" pos="20283"/>
        <p:guide orient="horz" pos="11416"/>
        <p:guide pos="19013"/>
        <p:guide pos="635"/>
        <p:guide pos="8570"/>
        <p:guide pos="26958"/>
        <p:guide pos="13801"/>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48640A-62DA-604C-BC09-9EF086FC830A}" type="datetimeFigureOut">
              <a:rPr lang="en-US" smtClean="0"/>
              <a:t>4/16/24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306DA1-6A35-204C-BF0D-70F3521FD671}" type="slidenum">
              <a:rPr lang="en-US" smtClean="0"/>
              <a:t>‹#›</a:t>
            </a:fld>
            <a:endParaRPr lang="en-US"/>
          </a:p>
        </p:txBody>
      </p:sp>
    </p:spTree>
    <p:extLst>
      <p:ext uri="{BB962C8B-B14F-4D97-AF65-F5344CB8AC3E}">
        <p14:creationId xmlns:p14="http://schemas.microsoft.com/office/powerpoint/2010/main" val="1193326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a:t>Click to edit Master title style</a:t>
            </a:r>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269260" indent="0" algn="ctr">
              <a:buNone/>
              <a:defRPr>
                <a:solidFill>
                  <a:schemeClr val="tx1">
                    <a:tint val="75000"/>
                  </a:schemeClr>
                </a:solidFill>
              </a:defRPr>
            </a:lvl2pPr>
            <a:lvl3pPr marL="4538520" indent="0" algn="ctr">
              <a:buNone/>
              <a:defRPr>
                <a:solidFill>
                  <a:schemeClr val="tx1">
                    <a:tint val="75000"/>
                  </a:schemeClr>
                </a:solidFill>
              </a:defRPr>
            </a:lvl3pPr>
            <a:lvl4pPr marL="6807780" indent="0" algn="ctr">
              <a:buNone/>
              <a:defRPr>
                <a:solidFill>
                  <a:schemeClr val="tx1">
                    <a:tint val="75000"/>
                  </a:schemeClr>
                </a:solidFill>
              </a:defRPr>
            </a:lvl4pPr>
            <a:lvl5pPr marL="9077041" indent="0" algn="ctr">
              <a:buNone/>
              <a:defRPr>
                <a:solidFill>
                  <a:schemeClr val="tx1">
                    <a:tint val="75000"/>
                  </a:schemeClr>
                </a:solidFill>
              </a:defRPr>
            </a:lvl5pPr>
            <a:lvl6pPr marL="11346301" indent="0" algn="ctr">
              <a:buNone/>
              <a:defRPr>
                <a:solidFill>
                  <a:schemeClr val="tx1">
                    <a:tint val="75000"/>
                  </a:schemeClr>
                </a:solidFill>
              </a:defRPr>
            </a:lvl6pPr>
            <a:lvl7pPr marL="13615561" indent="0" algn="ctr">
              <a:buNone/>
              <a:defRPr>
                <a:solidFill>
                  <a:schemeClr val="tx1">
                    <a:tint val="75000"/>
                  </a:schemeClr>
                </a:solidFill>
              </a:defRPr>
            </a:lvl7pPr>
            <a:lvl8pPr marL="15884821" indent="0" algn="ctr">
              <a:buNone/>
              <a:defRPr>
                <a:solidFill>
                  <a:schemeClr val="tx1">
                    <a:tint val="75000"/>
                  </a:schemeClr>
                </a:solidFill>
              </a:defRPr>
            </a:lvl8pPr>
            <a:lvl9pPr marL="18154081"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824957-C7EE-AE4F-A476-B264DD00C8D3}" type="datetimeFigureOut">
              <a:rPr lang="en-US" smtClean="0"/>
              <a:t>4/16/24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76293B-1339-3B45-BC16-540B16D6E26A}" type="slidenum">
              <a:rPr lang="en-US" smtClean="0"/>
              <a:t>‹#›</a:t>
            </a:fld>
            <a:endParaRPr lang="en-US"/>
          </a:p>
        </p:txBody>
      </p:sp>
    </p:spTree>
    <p:extLst>
      <p:ext uri="{BB962C8B-B14F-4D97-AF65-F5344CB8AC3E}">
        <p14:creationId xmlns:p14="http://schemas.microsoft.com/office/powerpoint/2010/main" val="2625914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824957-C7EE-AE4F-A476-B264DD00C8D3}" type="datetimeFigureOut">
              <a:rPr lang="en-US" smtClean="0"/>
              <a:t>4/16/24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76293B-1339-3B45-BC16-540B16D6E26A}" type="slidenum">
              <a:rPr lang="en-US" smtClean="0"/>
              <a:t>‹#›</a:t>
            </a:fld>
            <a:endParaRPr lang="en-US"/>
          </a:p>
        </p:txBody>
      </p:sp>
    </p:spTree>
    <p:extLst>
      <p:ext uri="{BB962C8B-B14F-4D97-AF65-F5344CB8AC3E}">
        <p14:creationId xmlns:p14="http://schemas.microsoft.com/office/powerpoint/2010/main" val="1775457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122"/>
            <a:ext cx="37307520" cy="6537960"/>
          </a:xfrm>
        </p:spPr>
        <p:txBody>
          <a:bodyPr anchor="t"/>
          <a:lstStyle>
            <a:lvl1pPr algn="l">
              <a:defRPr sz="19886" b="1" cap="all"/>
            </a:lvl1pPr>
          </a:lstStyle>
          <a:p>
            <a:r>
              <a:rPr lang="en-US"/>
              <a:t>Click to edit Master title style</a:t>
            </a:r>
          </a:p>
        </p:txBody>
      </p:sp>
      <p:sp>
        <p:nvSpPr>
          <p:cNvPr id="3" name="Text Placeholder 2"/>
          <p:cNvSpPr>
            <a:spLocks noGrp="1"/>
          </p:cNvSpPr>
          <p:nvPr>
            <p:ph type="body" idx="1"/>
          </p:nvPr>
        </p:nvSpPr>
        <p:spPr>
          <a:xfrm>
            <a:off x="3467103" y="13952225"/>
            <a:ext cx="37307520" cy="7200898"/>
          </a:xfrm>
        </p:spPr>
        <p:txBody>
          <a:bodyPr anchor="b"/>
          <a:lstStyle>
            <a:lvl1pPr marL="0" indent="0">
              <a:buNone/>
              <a:defRPr sz="9943">
                <a:solidFill>
                  <a:schemeClr val="tx1">
                    <a:tint val="75000"/>
                  </a:schemeClr>
                </a:solidFill>
              </a:defRPr>
            </a:lvl1pPr>
            <a:lvl2pPr marL="2269260" indent="0">
              <a:buNone/>
              <a:defRPr sz="8915">
                <a:solidFill>
                  <a:schemeClr val="tx1">
                    <a:tint val="75000"/>
                  </a:schemeClr>
                </a:solidFill>
              </a:defRPr>
            </a:lvl2pPr>
            <a:lvl3pPr marL="4538520" indent="0">
              <a:buNone/>
              <a:defRPr sz="7886">
                <a:solidFill>
                  <a:schemeClr val="tx1">
                    <a:tint val="75000"/>
                  </a:schemeClr>
                </a:solidFill>
              </a:defRPr>
            </a:lvl3pPr>
            <a:lvl4pPr marL="6807780" indent="0">
              <a:buNone/>
              <a:defRPr sz="6972">
                <a:solidFill>
                  <a:schemeClr val="tx1">
                    <a:tint val="75000"/>
                  </a:schemeClr>
                </a:solidFill>
              </a:defRPr>
            </a:lvl4pPr>
            <a:lvl5pPr marL="9077041" indent="0">
              <a:buNone/>
              <a:defRPr sz="6972">
                <a:solidFill>
                  <a:schemeClr val="tx1">
                    <a:tint val="75000"/>
                  </a:schemeClr>
                </a:solidFill>
              </a:defRPr>
            </a:lvl5pPr>
            <a:lvl6pPr marL="11346301" indent="0">
              <a:buNone/>
              <a:defRPr sz="6972">
                <a:solidFill>
                  <a:schemeClr val="tx1">
                    <a:tint val="75000"/>
                  </a:schemeClr>
                </a:solidFill>
              </a:defRPr>
            </a:lvl6pPr>
            <a:lvl7pPr marL="13615561" indent="0">
              <a:buNone/>
              <a:defRPr sz="6972">
                <a:solidFill>
                  <a:schemeClr val="tx1">
                    <a:tint val="75000"/>
                  </a:schemeClr>
                </a:solidFill>
              </a:defRPr>
            </a:lvl7pPr>
            <a:lvl8pPr marL="15884821" indent="0">
              <a:buNone/>
              <a:defRPr sz="6972">
                <a:solidFill>
                  <a:schemeClr val="tx1">
                    <a:tint val="75000"/>
                  </a:schemeClr>
                </a:solidFill>
              </a:defRPr>
            </a:lvl8pPr>
            <a:lvl9pPr marL="18154081" indent="0">
              <a:buNone/>
              <a:defRPr sz="697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824957-C7EE-AE4F-A476-B264DD00C8D3}" type="datetimeFigureOut">
              <a:rPr lang="en-US" smtClean="0"/>
              <a:t>4/16/24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76293B-1339-3B45-BC16-540B16D6E26A}" type="slidenum">
              <a:rPr lang="en-US" smtClean="0"/>
              <a:t>‹#›</a:t>
            </a:fld>
            <a:endParaRPr lang="en-US"/>
          </a:p>
        </p:txBody>
      </p:sp>
    </p:spTree>
    <p:extLst>
      <p:ext uri="{BB962C8B-B14F-4D97-AF65-F5344CB8AC3E}">
        <p14:creationId xmlns:p14="http://schemas.microsoft.com/office/powerpoint/2010/main" val="3535628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778240" y="36865560"/>
            <a:ext cx="78638400" cy="104279702"/>
          </a:xfrm>
        </p:spPr>
        <p:txBody>
          <a:bodyPr/>
          <a:lstStyle>
            <a:lvl1pPr>
              <a:defRPr sz="13943"/>
            </a:lvl1pPr>
            <a:lvl2pPr>
              <a:defRPr sz="11886"/>
            </a:lvl2pPr>
            <a:lvl3pPr>
              <a:defRPr sz="9943"/>
            </a:lvl3pPr>
            <a:lvl4pPr>
              <a:defRPr sz="8915"/>
            </a:lvl4pPr>
            <a:lvl5pPr>
              <a:defRPr sz="8915"/>
            </a:lvl5pPr>
            <a:lvl6pPr>
              <a:defRPr sz="8915"/>
            </a:lvl6pPr>
            <a:lvl7pPr>
              <a:defRPr sz="8915"/>
            </a:lvl7pPr>
            <a:lvl8pPr>
              <a:defRPr sz="8915"/>
            </a:lvl8pPr>
            <a:lvl9pPr>
              <a:defRPr sz="891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8148160" y="36865560"/>
            <a:ext cx="78638400" cy="104279702"/>
          </a:xfrm>
        </p:spPr>
        <p:txBody>
          <a:bodyPr/>
          <a:lstStyle>
            <a:lvl1pPr>
              <a:defRPr sz="13943"/>
            </a:lvl1pPr>
            <a:lvl2pPr>
              <a:defRPr sz="11886"/>
            </a:lvl2pPr>
            <a:lvl3pPr>
              <a:defRPr sz="9943"/>
            </a:lvl3pPr>
            <a:lvl4pPr>
              <a:defRPr sz="8915"/>
            </a:lvl4pPr>
            <a:lvl5pPr>
              <a:defRPr sz="8915"/>
            </a:lvl5pPr>
            <a:lvl6pPr>
              <a:defRPr sz="8915"/>
            </a:lvl6pPr>
            <a:lvl7pPr>
              <a:defRPr sz="8915"/>
            </a:lvl7pPr>
            <a:lvl8pPr>
              <a:defRPr sz="8915"/>
            </a:lvl8pPr>
            <a:lvl9pPr>
              <a:defRPr sz="891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824957-C7EE-AE4F-A476-B264DD00C8D3}" type="datetimeFigureOut">
              <a:rPr lang="en-US" smtClean="0"/>
              <a:t>4/16/24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76293B-1339-3B45-BC16-540B16D6E26A}" type="slidenum">
              <a:rPr lang="en-US" smtClean="0"/>
              <a:t>‹#›</a:t>
            </a:fld>
            <a:endParaRPr lang="en-US"/>
          </a:p>
        </p:txBody>
      </p:sp>
    </p:spTree>
    <p:extLst>
      <p:ext uri="{BB962C8B-B14F-4D97-AF65-F5344CB8AC3E}">
        <p14:creationId xmlns:p14="http://schemas.microsoft.com/office/powerpoint/2010/main" val="4253613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0" y="7368542"/>
            <a:ext cx="19392903" cy="3070858"/>
          </a:xfrm>
        </p:spPr>
        <p:txBody>
          <a:bodyPr anchor="b"/>
          <a:lstStyle>
            <a:lvl1pPr marL="0" indent="0">
              <a:buNone/>
              <a:defRPr sz="11886" b="1"/>
            </a:lvl1pPr>
            <a:lvl2pPr marL="2269260" indent="0">
              <a:buNone/>
              <a:defRPr sz="9943" b="1"/>
            </a:lvl2pPr>
            <a:lvl3pPr marL="4538520" indent="0">
              <a:buNone/>
              <a:defRPr sz="8915" b="1"/>
            </a:lvl3pPr>
            <a:lvl4pPr marL="6807780" indent="0">
              <a:buNone/>
              <a:defRPr sz="7886" b="1"/>
            </a:lvl4pPr>
            <a:lvl5pPr marL="9077041" indent="0">
              <a:buNone/>
              <a:defRPr sz="7886" b="1"/>
            </a:lvl5pPr>
            <a:lvl6pPr marL="11346301" indent="0">
              <a:buNone/>
              <a:defRPr sz="7886" b="1"/>
            </a:lvl6pPr>
            <a:lvl7pPr marL="13615561" indent="0">
              <a:buNone/>
              <a:defRPr sz="7886" b="1"/>
            </a:lvl7pPr>
            <a:lvl8pPr marL="15884821" indent="0">
              <a:buNone/>
              <a:defRPr sz="7886" b="1"/>
            </a:lvl8pPr>
            <a:lvl9pPr marL="18154081" indent="0">
              <a:buNone/>
              <a:defRPr sz="7886" b="1"/>
            </a:lvl9pPr>
          </a:lstStyle>
          <a:p>
            <a:pPr lvl="0"/>
            <a:r>
              <a:rPr lang="en-US"/>
              <a:t>Click to edit Master text styles</a:t>
            </a:r>
          </a:p>
        </p:txBody>
      </p:sp>
      <p:sp>
        <p:nvSpPr>
          <p:cNvPr id="4" name="Content Placeholder 3"/>
          <p:cNvSpPr>
            <a:spLocks noGrp="1"/>
          </p:cNvSpPr>
          <p:nvPr>
            <p:ph sz="half" idx="2"/>
          </p:nvPr>
        </p:nvSpPr>
        <p:spPr>
          <a:xfrm>
            <a:off x="2194560" y="10439400"/>
            <a:ext cx="19392903" cy="18966182"/>
          </a:xfrm>
        </p:spPr>
        <p:txBody>
          <a:bodyPr/>
          <a:lstStyle>
            <a:lvl1pPr>
              <a:defRPr sz="11886"/>
            </a:lvl1pPr>
            <a:lvl2pPr>
              <a:defRPr sz="9943"/>
            </a:lvl2pPr>
            <a:lvl3pPr>
              <a:defRPr sz="8915"/>
            </a:lvl3pPr>
            <a:lvl4pPr>
              <a:defRPr sz="7886"/>
            </a:lvl4pPr>
            <a:lvl5pPr>
              <a:defRPr sz="7886"/>
            </a:lvl5pPr>
            <a:lvl6pPr>
              <a:defRPr sz="7886"/>
            </a:lvl6pPr>
            <a:lvl7pPr>
              <a:defRPr sz="7886"/>
            </a:lvl7pPr>
            <a:lvl8pPr>
              <a:defRPr sz="7886"/>
            </a:lvl8pPr>
            <a:lvl9pPr>
              <a:defRPr sz="788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3" y="7368542"/>
            <a:ext cx="19400520" cy="3070858"/>
          </a:xfrm>
        </p:spPr>
        <p:txBody>
          <a:bodyPr anchor="b"/>
          <a:lstStyle>
            <a:lvl1pPr marL="0" indent="0">
              <a:buNone/>
              <a:defRPr sz="11886" b="1"/>
            </a:lvl1pPr>
            <a:lvl2pPr marL="2269260" indent="0">
              <a:buNone/>
              <a:defRPr sz="9943" b="1"/>
            </a:lvl2pPr>
            <a:lvl3pPr marL="4538520" indent="0">
              <a:buNone/>
              <a:defRPr sz="8915" b="1"/>
            </a:lvl3pPr>
            <a:lvl4pPr marL="6807780" indent="0">
              <a:buNone/>
              <a:defRPr sz="7886" b="1"/>
            </a:lvl4pPr>
            <a:lvl5pPr marL="9077041" indent="0">
              <a:buNone/>
              <a:defRPr sz="7886" b="1"/>
            </a:lvl5pPr>
            <a:lvl6pPr marL="11346301" indent="0">
              <a:buNone/>
              <a:defRPr sz="7886" b="1"/>
            </a:lvl6pPr>
            <a:lvl7pPr marL="13615561" indent="0">
              <a:buNone/>
              <a:defRPr sz="7886" b="1"/>
            </a:lvl7pPr>
            <a:lvl8pPr marL="15884821" indent="0">
              <a:buNone/>
              <a:defRPr sz="7886" b="1"/>
            </a:lvl8pPr>
            <a:lvl9pPr marL="18154081" indent="0">
              <a:buNone/>
              <a:defRPr sz="7886" b="1"/>
            </a:lvl9pPr>
          </a:lstStyle>
          <a:p>
            <a:pPr lvl="0"/>
            <a:r>
              <a:rPr lang="en-US"/>
              <a:t>Click to edit Master text styles</a:t>
            </a:r>
          </a:p>
        </p:txBody>
      </p:sp>
      <p:sp>
        <p:nvSpPr>
          <p:cNvPr id="6" name="Content Placeholder 5"/>
          <p:cNvSpPr>
            <a:spLocks noGrp="1"/>
          </p:cNvSpPr>
          <p:nvPr>
            <p:ph sz="quarter" idx="4"/>
          </p:nvPr>
        </p:nvSpPr>
        <p:spPr>
          <a:xfrm>
            <a:off x="22296123" y="10439400"/>
            <a:ext cx="19400520" cy="18966182"/>
          </a:xfrm>
        </p:spPr>
        <p:txBody>
          <a:bodyPr/>
          <a:lstStyle>
            <a:lvl1pPr>
              <a:defRPr sz="11886"/>
            </a:lvl1pPr>
            <a:lvl2pPr>
              <a:defRPr sz="9943"/>
            </a:lvl2pPr>
            <a:lvl3pPr>
              <a:defRPr sz="8915"/>
            </a:lvl3pPr>
            <a:lvl4pPr>
              <a:defRPr sz="7886"/>
            </a:lvl4pPr>
            <a:lvl5pPr>
              <a:defRPr sz="7886"/>
            </a:lvl5pPr>
            <a:lvl6pPr>
              <a:defRPr sz="7886"/>
            </a:lvl6pPr>
            <a:lvl7pPr>
              <a:defRPr sz="7886"/>
            </a:lvl7pPr>
            <a:lvl8pPr>
              <a:defRPr sz="7886"/>
            </a:lvl8pPr>
            <a:lvl9pPr>
              <a:defRPr sz="788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824957-C7EE-AE4F-A476-B264DD00C8D3}" type="datetimeFigureOut">
              <a:rPr lang="en-US" smtClean="0"/>
              <a:t>4/16/24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76293B-1339-3B45-BC16-540B16D6E26A}" type="slidenum">
              <a:rPr lang="en-US" smtClean="0"/>
              <a:t>‹#›</a:t>
            </a:fld>
            <a:endParaRPr lang="en-US"/>
          </a:p>
        </p:txBody>
      </p:sp>
    </p:spTree>
    <p:extLst>
      <p:ext uri="{BB962C8B-B14F-4D97-AF65-F5344CB8AC3E}">
        <p14:creationId xmlns:p14="http://schemas.microsoft.com/office/powerpoint/2010/main" val="1030469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824957-C7EE-AE4F-A476-B264DD00C8D3}" type="datetimeFigureOut">
              <a:rPr lang="en-US" smtClean="0"/>
              <a:t>4/16/24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76293B-1339-3B45-BC16-540B16D6E26A}" type="slidenum">
              <a:rPr lang="en-US" smtClean="0"/>
              <a:t>‹#›</a:t>
            </a:fld>
            <a:endParaRPr lang="en-US"/>
          </a:p>
        </p:txBody>
      </p:sp>
    </p:spTree>
    <p:extLst>
      <p:ext uri="{BB962C8B-B14F-4D97-AF65-F5344CB8AC3E}">
        <p14:creationId xmlns:p14="http://schemas.microsoft.com/office/powerpoint/2010/main" val="120783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824957-C7EE-AE4F-A476-B264DD00C8D3}" type="datetimeFigureOut">
              <a:rPr lang="en-US" smtClean="0"/>
              <a:t>4/16/24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76293B-1339-3B45-BC16-540B16D6E26A}" type="slidenum">
              <a:rPr lang="en-US" smtClean="0"/>
              <a:t>‹#›</a:t>
            </a:fld>
            <a:endParaRPr lang="en-US"/>
          </a:p>
        </p:txBody>
      </p:sp>
    </p:spTree>
    <p:extLst>
      <p:ext uri="{BB962C8B-B14F-4D97-AF65-F5344CB8AC3E}">
        <p14:creationId xmlns:p14="http://schemas.microsoft.com/office/powerpoint/2010/main" val="104199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3" cy="5577840"/>
          </a:xfrm>
        </p:spPr>
        <p:txBody>
          <a:bodyPr anchor="b"/>
          <a:lstStyle>
            <a:lvl1pPr algn="l">
              <a:defRPr sz="9943" b="1"/>
            </a:lvl1pPr>
          </a:lstStyle>
          <a:p>
            <a:r>
              <a:rPr lang="en-US"/>
              <a:t>Click to edit Master title style</a:t>
            </a:r>
          </a:p>
        </p:txBody>
      </p:sp>
      <p:sp>
        <p:nvSpPr>
          <p:cNvPr id="3" name="Content Placeholder 2"/>
          <p:cNvSpPr>
            <a:spLocks noGrp="1"/>
          </p:cNvSpPr>
          <p:nvPr>
            <p:ph idx="1"/>
          </p:nvPr>
        </p:nvSpPr>
        <p:spPr>
          <a:xfrm>
            <a:off x="17160240" y="1310643"/>
            <a:ext cx="24536400" cy="28094942"/>
          </a:xfrm>
        </p:spPr>
        <p:txBody>
          <a:bodyPr/>
          <a:lstStyle>
            <a:lvl1pPr>
              <a:defRPr sz="15886"/>
            </a:lvl1pPr>
            <a:lvl2pPr>
              <a:defRPr sz="13943"/>
            </a:lvl2pPr>
            <a:lvl3pPr>
              <a:defRPr sz="11886"/>
            </a:lvl3pPr>
            <a:lvl4pPr>
              <a:defRPr sz="9943"/>
            </a:lvl4pPr>
            <a:lvl5pPr>
              <a:defRPr sz="9943"/>
            </a:lvl5pPr>
            <a:lvl6pPr>
              <a:defRPr sz="9943"/>
            </a:lvl6pPr>
            <a:lvl7pPr>
              <a:defRPr sz="9943"/>
            </a:lvl7pPr>
            <a:lvl8pPr>
              <a:defRPr sz="9943"/>
            </a:lvl8pPr>
            <a:lvl9pPr>
              <a:defRPr sz="99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3" y="6888483"/>
            <a:ext cx="14439903" cy="22517102"/>
          </a:xfrm>
        </p:spPr>
        <p:txBody>
          <a:bodyPr/>
          <a:lstStyle>
            <a:lvl1pPr marL="0" indent="0">
              <a:buNone/>
              <a:defRPr sz="6972"/>
            </a:lvl1pPr>
            <a:lvl2pPr marL="2269260" indent="0">
              <a:buNone/>
              <a:defRPr sz="5943"/>
            </a:lvl2pPr>
            <a:lvl3pPr marL="4538520" indent="0">
              <a:buNone/>
              <a:defRPr sz="4914"/>
            </a:lvl3pPr>
            <a:lvl4pPr marL="6807780" indent="0">
              <a:buNone/>
              <a:defRPr sz="4457"/>
            </a:lvl4pPr>
            <a:lvl5pPr marL="9077041" indent="0">
              <a:buNone/>
              <a:defRPr sz="4457"/>
            </a:lvl5pPr>
            <a:lvl6pPr marL="11346301" indent="0">
              <a:buNone/>
              <a:defRPr sz="4457"/>
            </a:lvl6pPr>
            <a:lvl7pPr marL="13615561" indent="0">
              <a:buNone/>
              <a:defRPr sz="4457"/>
            </a:lvl7pPr>
            <a:lvl8pPr marL="15884821" indent="0">
              <a:buNone/>
              <a:defRPr sz="4457"/>
            </a:lvl8pPr>
            <a:lvl9pPr marL="18154081" indent="0">
              <a:buNone/>
              <a:defRPr sz="4457"/>
            </a:lvl9pPr>
          </a:lstStyle>
          <a:p>
            <a:pPr lvl="0"/>
            <a:r>
              <a:rPr lang="en-US"/>
              <a:t>Click to edit Master text styles</a:t>
            </a:r>
          </a:p>
        </p:txBody>
      </p:sp>
      <p:sp>
        <p:nvSpPr>
          <p:cNvPr id="5" name="Date Placeholder 4"/>
          <p:cNvSpPr>
            <a:spLocks noGrp="1"/>
          </p:cNvSpPr>
          <p:nvPr>
            <p:ph type="dt" sz="half" idx="10"/>
          </p:nvPr>
        </p:nvSpPr>
        <p:spPr/>
        <p:txBody>
          <a:bodyPr/>
          <a:lstStyle/>
          <a:p>
            <a:fld id="{7B824957-C7EE-AE4F-A476-B264DD00C8D3}" type="datetimeFigureOut">
              <a:rPr lang="en-US" smtClean="0"/>
              <a:t>4/16/24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76293B-1339-3B45-BC16-540B16D6E26A}" type="slidenum">
              <a:rPr lang="en-US" smtClean="0"/>
              <a:t>‹#›</a:t>
            </a:fld>
            <a:endParaRPr lang="en-US"/>
          </a:p>
        </p:txBody>
      </p:sp>
    </p:spTree>
    <p:extLst>
      <p:ext uri="{BB962C8B-B14F-4D97-AF65-F5344CB8AC3E}">
        <p14:creationId xmlns:p14="http://schemas.microsoft.com/office/powerpoint/2010/main" val="156930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3" y="23042880"/>
            <a:ext cx="26334720" cy="2720342"/>
          </a:xfrm>
        </p:spPr>
        <p:txBody>
          <a:bodyPr anchor="b"/>
          <a:lstStyle>
            <a:lvl1pPr algn="l">
              <a:defRPr sz="9943" b="1"/>
            </a:lvl1pPr>
          </a:lstStyle>
          <a:p>
            <a:r>
              <a:rPr lang="en-US"/>
              <a:t>Click to edit Master title style</a:t>
            </a:r>
          </a:p>
        </p:txBody>
      </p:sp>
      <p:sp>
        <p:nvSpPr>
          <p:cNvPr id="3" name="Picture Placeholder 2"/>
          <p:cNvSpPr>
            <a:spLocks noGrp="1"/>
          </p:cNvSpPr>
          <p:nvPr>
            <p:ph type="pic" idx="1"/>
          </p:nvPr>
        </p:nvSpPr>
        <p:spPr>
          <a:xfrm>
            <a:off x="8602983" y="2941320"/>
            <a:ext cx="26334720" cy="19751040"/>
          </a:xfrm>
        </p:spPr>
        <p:txBody>
          <a:bodyPr/>
          <a:lstStyle>
            <a:lvl1pPr marL="0" indent="0">
              <a:buNone/>
              <a:defRPr sz="15886"/>
            </a:lvl1pPr>
            <a:lvl2pPr marL="2269260" indent="0">
              <a:buNone/>
              <a:defRPr sz="13943"/>
            </a:lvl2pPr>
            <a:lvl3pPr marL="4538520" indent="0">
              <a:buNone/>
              <a:defRPr sz="11886"/>
            </a:lvl3pPr>
            <a:lvl4pPr marL="6807780" indent="0">
              <a:buNone/>
              <a:defRPr sz="9943"/>
            </a:lvl4pPr>
            <a:lvl5pPr marL="9077041" indent="0">
              <a:buNone/>
              <a:defRPr sz="9943"/>
            </a:lvl5pPr>
            <a:lvl6pPr marL="11346301" indent="0">
              <a:buNone/>
              <a:defRPr sz="9943"/>
            </a:lvl6pPr>
            <a:lvl7pPr marL="13615561" indent="0">
              <a:buNone/>
              <a:defRPr sz="9943"/>
            </a:lvl7pPr>
            <a:lvl8pPr marL="15884821" indent="0">
              <a:buNone/>
              <a:defRPr sz="9943"/>
            </a:lvl8pPr>
            <a:lvl9pPr marL="18154081" indent="0">
              <a:buNone/>
              <a:defRPr sz="9943"/>
            </a:lvl9pPr>
          </a:lstStyle>
          <a:p>
            <a:endParaRPr lang="en-US"/>
          </a:p>
        </p:txBody>
      </p:sp>
      <p:sp>
        <p:nvSpPr>
          <p:cNvPr id="4" name="Text Placeholder 3"/>
          <p:cNvSpPr>
            <a:spLocks noGrp="1"/>
          </p:cNvSpPr>
          <p:nvPr>
            <p:ph type="body" sz="half" idx="2"/>
          </p:nvPr>
        </p:nvSpPr>
        <p:spPr>
          <a:xfrm>
            <a:off x="8602983" y="25763222"/>
            <a:ext cx="26334720" cy="3863338"/>
          </a:xfrm>
        </p:spPr>
        <p:txBody>
          <a:bodyPr/>
          <a:lstStyle>
            <a:lvl1pPr marL="0" indent="0">
              <a:buNone/>
              <a:defRPr sz="6972"/>
            </a:lvl1pPr>
            <a:lvl2pPr marL="2269260" indent="0">
              <a:buNone/>
              <a:defRPr sz="5943"/>
            </a:lvl2pPr>
            <a:lvl3pPr marL="4538520" indent="0">
              <a:buNone/>
              <a:defRPr sz="4914"/>
            </a:lvl3pPr>
            <a:lvl4pPr marL="6807780" indent="0">
              <a:buNone/>
              <a:defRPr sz="4457"/>
            </a:lvl4pPr>
            <a:lvl5pPr marL="9077041" indent="0">
              <a:buNone/>
              <a:defRPr sz="4457"/>
            </a:lvl5pPr>
            <a:lvl6pPr marL="11346301" indent="0">
              <a:buNone/>
              <a:defRPr sz="4457"/>
            </a:lvl6pPr>
            <a:lvl7pPr marL="13615561" indent="0">
              <a:buNone/>
              <a:defRPr sz="4457"/>
            </a:lvl7pPr>
            <a:lvl8pPr marL="15884821" indent="0">
              <a:buNone/>
              <a:defRPr sz="4457"/>
            </a:lvl8pPr>
            <a:lvl9pPr marL="18154081" indent="0">
              <a:buNone/>
              <a:defRPr sz="4457"/>
            </a:lvl9pPr>
          </a:lstStyle>
          <a:p>
            <a:pPr lvl="0"/>
            <a:r>
              <a:rPr lang="en-US"/>
              <a:t>Click to edit Master text styles</a:t>
            </a:r>
          </a:p>
        </p:txBody>
      </p:sp>
      <p:sp>
        <p:nvSpPr>
          <p:cNvPr id="5" name="Date Placeholder 4"/>
          <p:cNvSpPr>
            <a:spLocks noGrp="1"/>
          </p:cNvSpPr>
          <p:nvPr>
            <p:ph type="dt" sz="half" idx="10"/>
          </p:nvPr>
        </p:nvSpPr>
        <p:spPr/>
        <p:txBody>
          <a:bodyPr/>
          <a:lstStyle/>
          <a:p>
            <a:fld id="{7B824957-C7EE-AE4F-A476-B264DD00C8D3}" type="datetimeFigureOut">
              <a:rPr lang="en-US" smtClean="0"/>
              <a:t>4/16/24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76293B-1339-3B45-BC16-540B16D6E26A}" type="slidenum">
              <a:rPr lang="en-US" smtClean="0"/>
              <a:t>‹#›</a:t>
            </a:fld>
            <a:endParaRPr lang="en-US"/>
          </a:p>
        </p:txBody>
      </p:sp>
    </p:spTree>
    <p:extLst>
      <p:ext uri="{BB962C8B-B14F-4D97-AF65-F5344CB8AC3E}">
        <p14:creationId xmlns:p14="http://schemas.microsoft.com/office/powerpoint/2010/main" val="2597775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824957-C7EE-AE4F-A476-B264DD00C8D3}" type="datetimeFigureOut">
              <a:rPr lang="en-US" smtClean="0"/>
              <a:t>4/16/24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76293B-1339-3B45-BC16-540B16D6E26A}" type="slidenum">
              <a:rPr lang="en-US" smtClean="0"/>
              <a:t>‹#›</a:t>
            </a:fld>
            <a:endParaRPr lang="en-US"/>
          </a:p>
        </p:txBody>
      </p:sp>
    </p:spTree>
    <p:extLst>
      <p:ext uri="{BB962C8B-B14F-4D97-AF65-F5344CB8AC3E}">
        <p14:creationId xmlns:p14="http://schemas.microsoft.com/office/powerpoint/2010/main" val="1975748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7284480" y="6324600"/>
            <a:ext cx="39502080" cy="1348206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778240" y="6324600"/>
            <a:ext cx="117774720" cy="1348206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824957-C7EE-AE4F-A476-B264DD00C8D3}" type="datetimeFigureOut">
              <a:rPr lang="en-US" smtClean="0"/>
              <a:t>4/16/24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76293B-1339-3B45-BC16-540B16D6E26A}" type="slidenum">
              <a:rPr lang="en-US" smtClean="0"/>
              <a:t>‹#›</a:t>
            </a:fld>
            <a:endParaRPr lang="en-US"/>
          </a:p>
        </p:txBody>
      </p:sp>
    </p:spTree>
    <p:extLst>
      <p:ext uri="{BB962C8B-B14F-4D97-AF65-F5344CB8AC3E}">
        <p14:creationId xmlns:p14="http://schemas.microsoft.com/office/powerpoint/2010/main" val="466495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397106" tIns="198553" rIns="397106" bIns="198553" rtlCol="0" anchor="ctr">
            <a:normAutofit/>
          </a:bodyPr>
          <a:lstStyle/>
          <a:p>
            <a:r>
              <a:rPr lang="en-US"/>
              <a:t>Click to edit Master title style</a:t>
            </a:r>
          </a:p>
        </p:txBody>
      </p:sp>
      <p:sp>
        <p:nvSpPr>
          <p:cNvPr id="3" name="Text Placeholder 2"/>
          <p:cNvSpPr>
            <a:spLocks noGrp="1"/>
          </p:cNvSpPr>
          <p:nvPr>
            <p:ph type="body" idx="1"/>
          </p:nvPr>
        </p:nvSpPr>
        <p:spPr>
          <a:xfrm>
            <a:off x="2194560" y="7680963"/>
            <a:ext cx="39502080" cy="21724622"/>
          </a:xfrm>
          <a:prstGeom prst="rect">
            <a:avLst/>
          </a:prstGeom>
        </p:spPr>
        <p:txBody>
          <a:bodyPr vert="horz" lIns="397106" tIns="198553" rIns="397106" bIns="19855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4560" y="30510482"/>
            <a:ext cx="10241280" cy="1752600"/>
          </a:xfrm>
          <a:prstGeom prst="rect">
            <a:avLst/>
          </a:prstGeom>
        </p:spPr>
        <p:txBody>
          <a:bodyPr vert="horz" lIns="397106" tIns="198553" rIns="397106" bIns="198553" rtlCol="0" anchor="ctr"/>
          <a:lstStyle>
            <a:lvl1pPr algn="l">
              <a:defRPr sz="5943">
                <a:solidFill>
                  <a:schemeClr val="tx1">
                    <a:tint val="75000"/>
                  </a:schemeClr>
                </a:solidFill>
              </a:defRPr>
            </a:lvl1pPr>
          </a:lstStyle>
          <a:p>
            <a:fld id="{7B824957-C7EE-AE4F-A476-B264DD00C8D3}" type="datetimeFigureOut">
              <a:rPr lang="en-US" smtClean="0"/>
              <a:t>4/16/24</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397106" tIns="198553" rIns="397106" bIns="198553" rtlCol="0" anchor="ctr"/>
          <a:lstStyle>
            <a:lvl1pPr algn="ctr">
              <a:defRPr sz="594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397106" tIns="198553" rIns="397106" bIns="198553" rtlCol="0" anchor="ctr"/>
          <a:lstStyle>
            <a:lvl1pPr algn="r">
              <a:defRPr sz="5943">
                <a:solidFill>
                  <a:schemeClr val="tx1">
                    <a:tint val="75000"/>
                  </a:schemeClr>
                </a:solidFill>
              </a:defRPr>
            </a:lvl1pPr>
          </a:lstStyle>
          <a:p>
            <a:fld id="{3E76293B-1339-3B45-BC16-540B16D6E26A}" type="slidenum">
              <a:rPr lang="en-US" smtClean="0"/>
              <a:t>‹#›</a:t>
            </a:fld>
            <a:endParaRPr lang="en-US"/>
          </a:p>
        </p:txBody>
      </p:sp>
    </p:spTree>
    <p:extLst>
      <p:ext uri="{BB962C8B-B14F-4D97-AF65-F5344CB8AC3E}">
        <p14:creationId xmlns:p14="http://schemas.microsoft.com/office/powerpoint/2010/main" val="40585823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269260" rtl="0" eaLnBrk="1" latinLnBrk="0" hangingPunct="1">
        <a:spcBef>
          <a:spcPct val="0"/>
        </a:spcBef>
        <a:buNone/>
        <a:defRPr sz="21829" kern="1200">
          <a:solidFill>
            <a:schemeClr val="tx1"/>
          </a:solidFill>
          <a:latin typeface="+mj-lt"/>
          <a:ea typeface="+mj-ea"/>
          <a:cs typeface="+mj-cs"/>
        </a:defRPr>
      </a:lvl1pPr>
    </p:titleStyle>
    <p:bodyStyle>
      <a:lvl1pPr marL="1701945" indent="-1701945" algn="l" defTabSz="2269260" rtl="0" eaLnBrk="1" latinLnBrk="0" hangingPunct="1">
        <a:spcBef>
          <a:spcPct val="20000"/>
        </a:spcBef>
        <a:buFont typeface="Arial"/>
        <a:buChar char="•"/>
        <a:defRPr sz="15886" kern="1200">
          <a:solidFill>
            <a:schemeClr val="tx1"/>
          </a:solidFill>
          <a:latin typeface="+mn-lt"/>
          <a:ea typeface="+mn-ea"/>
          <a:cs typeface="+mn-cs"/>
        </a:defRPr>
      </a:lvl1pPr>
      <a:lvl2pPr marL="3687547" indent="-1418287" algn="l" defTabSz="2269260" rtl="0" eaLnBrk="1" latinLnBrk="0" hangingPunct="1">
        <a:spcBef>
          <a:spcPct val="20000"/>
        </a:spcBef>
        <a:buFont typeface="Arial"/>
        <a:buChar char="–"/>
        <a:defRPr sz="13943" kern="1200">
          <a:solidFill>
            <a:schemeClr val="tx1"/>
          </a:solidFill>
          <a:latin typeface="+mn-lt"/>
          <a:ea typeface="+mn-ea"/>
          <a:cs typeface="+mn-cs"/>
        </a:defRPr>
      </a:lvl2pPr>
      <a:lvl3pPr marL="5673150" indent="-1134630" algn="l" defTabSz="2269260" rtl="0" eaLnBrk="1" latinLnBrk="0" hangingPunct="1">
        <a:spcBef>
          <a:spcPct val="20000"/>
        </a:spcBef>
        <a:buFont typeface="Arial"/>
        <a:buChar char="•"/>
        <a:defRPr sz="11886" kern="1200">
          <a:solidFill>
            <a:schemeClr val="tx1"/>
          </a:solidFill>
          <a:latin typeface="+mn-lt"/>
          <a:ea typeface="+mn-ea"/>
          <a:cs typeface="+mn-cs"/>
        </a:defRPr>
      </a:lvl3pPr>
      <a:lvl4pPr marL="7942411" indent="-1134630" algn="l" defTabSz="2269260" rtl="0" eaLnBrk="1" latinLnBrk="0" hangingPunct="1">
        <a:spcBef>
          <a:spcPct val="20000"/>
        </a:spcBef>
        <a:buFont typeface="Arial"/>
        <a:buChar char="–"/>
        <a:defRPr sz="9943" kern="1200">
          <a:solidFill>
            <a:schemeClr val="tx1"/>
          </a:solidFill>
          <a:latin typeface="+mn-lt"/>
          <a:ea typeface="+mn-ea"/>
          <a:cs typeface="+mn-cs"/>
        </a:defRPr>
      </a:lvl4pPr>
      <a:lvl5pPr marL="10211671" indent="-1134630" algn="l" defTabSz="2269260" rtl="0" eaLnBrk="1" latinLnBrk="0" hangingPunct="1">
        <a:spcBef>
          <a:spcPct val="20000"/>
        </a:spcBef>
        <a:buFont typeface="Arial"/>
        <a:buChar char="»"/>
        <a:defRPr sz="9943" kern="1200">
          <a:solidFill>
            <a:schemeClr val="tx1"/>
          </a:solidFill>
          <a:latin typeface="+mn-lt"/>
          <a:ea typeface="+mn-ea"/>
          <a:cs typeface="+mn-cs"/>
        </a:defRPr>
      </a:lvl5pPr>
      <a:lvl6pPr marL="12480931" indent="-1134630" algn="l" defTabSz="2269260" rtl="0" eaLnBrk="1" latinLnBrk="0" hangingPunct="1">
        <a:spcBef>
          <a:spcPct val="20000"/>
        </a:spcBef>
        <a:buFont typeface="Arial"/>
        <a:buChar char="•"/>
        <a:defRPr sz="9943" kern="1200">
          <a:solidFill>
            <a:schemeClr val="tx1"/>
          </a:solidFill>
          <a:latin typeface="+mn-lt"/>
          <a:ea typeface="+mn-ea"/>
          <a:cs typeface="+mn-cs"/>
        </a:defRPr>
      </a:lvl6pPr>
      <a:lvl7pPr marL="14750191" indent="-1134630" algn="l" defTabSz="2269260" rtl="0" eaLnBrk="1" latinLnBrk="0" hangingPunct="1">
        <a:spcBef>
          <a:spcPct val="20000"/>
        </a:spcBef>
        <a:buFont typeface="Arial"/>
        <a:buChar char="•"/>
        <a:defRPr sz="9943" kern="1200">
          <a:solidFill>
            <a:schemeClr val="tx1"/>
          </a:solidFill>
          <a:latin typeface="+mn-lt"/>
          <a:ea typeface="+mn-ea"/>
          <a:cs typeface="+mn-cs"/>
        </a:defRPr>
      </a:lvl7pPr>
      <a:lvl8pPr marL="17019451" indent="-1134630" algn="l" defTabSz="2269260" rtl="0" eaLnBrk="1" latinLnBrk="0" hangingPunct="1">
        <a:spcBef>
          <a:spcPct val="20000"/>
        </a:spcBef>
        <a:buFont typeface="Arial"/>
        <a:buChar char="•"/>
        <a:defRPr sz="9943" kern="1200">
          <a:solidFill>
            <a:schemeClr val="tx1"/>
          </a:solidFill>
          <a:latin typeface="+mn-lt"/>
          <a:ea typeface="+mn-ea"/>
          <a:cs typeface="+mn-cs"/>
        </a:defRPr>
      </a:lvl8pPr>
      <a:lvl9pPr marL="19288711" indent="-1134630" algn="l" defTabSz="2269260" rtl="0" eaLnBrk="1" latinLnBrk="0" hangingPunct="1">
        <a:spcBef>
          <a:spcPct val="20000"/>
        </a:spcBef>
        <a:buFont typeface="Arial"/>
        <a:buChar char="•"/>
        <a:defRPr sz="9943" kern="1200">
          <a:solidFill>
            <a:schemeClr val="tx1"/>
          </a:solidFill>
          <a:latin typeface="+mn-lt"/>
          <a:ea typeface="+mn-ea"/>
          <a:cs typeface="+mn-cs"/>
        </a:defRPr>
      </a:lvl9pPr>
    </p:bodyStyle>
    <p:otherStyle>
      <a:defPPr>
        <a:defRPr lang="en-US"/>
      </a:defPPr>
      <a:lvl1pPr marL="0" algn="l" defTabSz="2269260" rtl="0" eaLnBrk="1" latinLnBrk="0" hangingPunct="1">
        <a:defRPr sz="8915" kern="1200">
          <a:solidFill>
            <a:schemeClr val="tx1"/>
          </a:solidFill>
          <a:latin typeface="+mn-lt"/>
          <a:ea typeface="+mn-ea"/>
          <a:cs typeface="+mn-cs"/>
        </a:defRPr>
      </a:lvl1pPr>
      <a:lvl2pPr marL="2269260" algn="l" defTabSz="2269260" rtl="0" eaLnBrk="1" latinLnBrk="0" hangingPunct="1">
        <a:defRPr sz="8915" kern="1200">
          <a:solidFill>
            <a:schemeClr val="tx1"/>
          </a:solidFill>
          <a:latin typeface="+mn-lt"/>
          <a:ea typeface="+mn-ea"/>
          <a:cs typeface="+mn-cs"/>
        </a:defRPr>
      </a:lvl2pPr>
      <a:lvl3pPr marL="4538520" algn="l" defTabSz="2269260" rtl="0" eaLnBrk="1" latinLnBrk="0" hangingPunct="1">
        <a:defRPr sz="8915" kern="1200">
          <a:solidFill>
            <a:schemeClr val="tx1"/>
          </a:solidFill>
          <a:latin typeface="+mn-lt"/>
          <a:ea typeface="+mn-ea"/>
          <a:cs typeface="+mn-cs"/>
        </a:defRPr>
      </a:lvl3pPr>
      <a:lvl4pPr marL="6807780" algn="l" defTabSz="2269260" rtl="0" eaLnBrk="1" latinLnBrk="0" hangingPunct="1">
        <a:defRPr sz="8915" kern="1200">
          <a:solidFill>
            <a:schemeClr val="tx1"/>
          </a:solidFill>
          <a:latin typeface="+mn-lt"/>
          <a:ea typeface="+mn-ea"/>
          <a:cs typeface="+mn-cs"/>
        </a:defRPr>
      </a:lvl4pPr>
      <a:lvl5pPr marL="9077041" algn="l" defTabSz="2269260" rtl="0" eaLnBrk="1" latinLnBrk="0" hangingPunct="1">
        <a:defRPr sz="8915" kern="1200">
          <a:solidFill>
            <a:schemeClr val="tx1"/>
          </a:solidFill>
          <a:latin typeface="+mn-lt"/>
          <a:ea typeface="+mn-ea"/>
          <a:cs typeface="+mn-cs"/>
        </a:defRPr>
      </a:lvl5pPr>
      <a:lvl6pPr marL="11346301" algn="l" defTabSz="2269260" rtl="0" eaLnBrk="1" latinLnBrk="0" hangingPunct="1">
        <a:defRPr sz="8915" kern="1200">
          <a:solidFill>
            <a:schemeClr val="tx1"/>
          </a:solidFill>
          <a:latin typeface="+mn-lt"/>
          <a:ea typeface="+mn-ea"/>
          <a:cs typeface="+mn-cs"/>
        </a:defRPr>
      </a:lvl6pPr>
      <a:lvl7pPr marL="13615561" algn="l" defTabSz="2269260" rtl="0" eaLnBrk="1" latinLnBrk="0" hangingPunct="1">
        <a:defRPr sz="8915" kern="1200">
          <a:solidFill>
            <a:schemeClr val="tx1"/>
          </a:solidFill>
          <a:latin typeface="+mn-lt"/>
          <a:ea typeface="+mn-ea"/>
          <a:cs typeface="+mn-cs"/>
        </a:defRPr>
      </a:lvl7pPr>
      <a:lvl8pPr marL="15884821" algn="l" defTabSz="2269260" rtl="0" eaLnBrk="1" latinLnBrk="0" hangingPunct="1">
        <a:defRPr sz="8915" kern="1200">
          <a:solidFill>
            <a:schemeClr val="tx1"/>
          </a:solidFill>
          <a:latin typeface="+mn-lt"/>
          <a:ea typeface="+mn-ea"/>
          <a:cs typeface="+mn-cs"/>
        </a:defRPr>
      </a:lvl8pPr>
      <a:lvl9pPr marL="18154081" algn="l" defTabSz="2269260" rtl="0" eaLnBrk="1" latinLnBrk="0" hangingPunct="1">
        <a:defRPr sz="89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F4519EA-3471-C13B-F791-9473323D234A}"/>
              </a:ext>
            </a:extLst>
          </p:cNvPr>
          <p:cNvPicPr>
            <a:picLocks noChangeAspect="1"/>
          </p:cNvPicPr>
          <p:nvPr/>
        </p:nvPicPr>
        <p:blipFill rotWithShape="1">
          <a:blip r:embed="rId2">
            <a:extLst>
              <a:ext uri="{28A0092B-C50C-407E-A947-70E740481C1C}">
                <a14:useLocalDpi xmlns:a14="http://schemas.microsoft.com/office/drawing/2010/main"/>
              </a:ext>
            </a:extLst>
          </a:blip>
          <a:srcRect t="-1" r="18333" b="87317"/>
          <a:stretch/>
        </p:blipFill>
        <p:spPr>
          <a:xfrm>
            <a:off x="0" y="836"/>
            <a:ext cx="43891200" cy="4175540"/>
          </a:xfrm>
          <a:prstGeom prst="rect">
            <a:avLst/>
          </a:prstGeom>
        </p:spPr>
      </p:pic>
      <p:pic>
        <p:nvPicPr>
          <p:cNvPr id="3" name="Picture 2">
            <a:extLst>
              <a:ext uri="{FF2B5EF4-FFF2-40B4-BE49-F238E27FC236}">
                <a16:creationId xmlns:a16="http://schemas.microsoft.com/office/drawing/2014/main" id="{076E9E78-202B-5469-ABC2-3AA98A7F3EFF}"/>
              </a:ext>
            </a:extLst>
          </p:cNvPr>
          <p:cNvPicPr>
            <a:picLocks noChangeAspect="1"/>
          </p:cNvPicPr>
          <p:nvPr/>
        </p:nvPicPr>
        <p:blipFill rotWithShape="1">
          <a:blip r:embed="rId2">
            <a:extLst>
              <a:ext uri="{28A0092B-C50C-407E-A947-70E740481C1C}">
                <a14:useLocalDpi xmlns:a14="http://schemas.microsoft.com/office/drawing/2010/main"/>
              </a:ext>
            </a:extLst>
          </a:blip>
          <a:srcRect l="83090" t="3005" r="1493" b="90217"/>
          <a:stretch/>
        </p:blipFill>
        <p:spPr>
          <a:xfrm>
            <a:off x="36446668" y="981260"/>
            <a:ext cx="6766560" cy="2231060"/>
          </a:xfrm>
          <a:prstGeom prst="rect">
            <a:avLst/>
          </a:prstGeom>
        </p:spPr>
      </p:pic>
      <p:sp>
        <p:nvSpPr>
          <p:cNvPr id="28" name="TextBox 27">
            <a:extLst>
              <a:ext uri="{FF2B5EF4-FFF2-40B4-BE49-F238E27FC236}">
                <a16:creationId xmlns:a16="http://schemas.microsoft.com/office/drawing/2014/main" id="{12D06E79-B2CD-7AFF-1991-892A64D69653}"/>
              </a:ext>
            </a:extLst>
          </p:cNvPr>
          <p:cNvSpPr txBox="1"/>
          <p:nvPr/>
        </p:nvSpPr>
        <p:spPr>
          <a:xfrm>
            <a:off x="15087600" y="20818531"/>
            <a:ext cx="13716000" cy="10578345"/>
          </a:xfrm>
          <a:prstGeom prst="rect">
            <a:avLst/>
          </a:prstGeom>
          <a:noFill/>
          <a:ln w="6350">
            <a:solidFill>
              <a:srgbClr val="BD8B13"/>
            </a:solidFill>
          </a:ln>
        </p:spPr>
        <p:txBody>
          <a:bodyPr wrap="square" lIns="365760" tIns="1097280" rIns="365760" bIns="365760" rtlCol="0">
            <a:spAutoFit/>
          </a:bodyPr>
          <a:lstStyle/>
          <a:p>
            <a:pPr marL="0" marR="0" lvl="0" indent="0">
              <a:lnSpc>
                <a:spcPct val="115000"/>
              </a:lnSpc>
              <a:spcBef>
                <a:spcPts val="1200"/>
              </a:spcBef>
              <a:spcAft>
                <a:spcPts val="500"/>
              </a:spcAft>
              <a:buSzPts val="1000"/>
              <a:buFont typeface="Symbol" pitchFamily="2" charset="2"/>
              <a:buNone/>
              <a:tabLst>
                <a:tab pos="457200" algn="l"/>
              </a:tabLst>
            </a:pPr>
            <a:r>
              <a:rPr lang="en-US" sz="3600" dirty="0">
                <a:effectLst/>
                <a:latin typeface="Trebuchet MS" panose="020B0703020202090204" pitchFamily="34" charset="0"/>
                <a:ea typeface="Times New Roman" panose="02020603050405020304" pitchFamily="18" charset="0"/>
              </a:rPr>
              <a:t>This section tells the audience what was accomplished and sums up the experiment by making a judgment or decision reached based on logic and reason.</a:t>
            </a:r>
          </a:p>
          <a:p>
            <a:pPr marL="0" marR="0" lvl="0" indent="0">
              <a:lnSpc>
                <a:spcPct val="115000"/>
              </a:lnSpc>
              <a:spcBef>
                <a:spcPts val="1200"/>
              </a:spcBef>
              <a:spcAft>
                <a:spcPts val="500"/>
              </a:spcAft>
              <a:buSzPts val="1000"/>
              <a:buFont typeface="Symbol" pitchFamily="2" charset="2"/>
              <a:buNone/>
              <a:tabLst>
                <a:tab pos="457200" algn="l"/>
              </a:tabLst>
            </a:pPr>
            <a:r>
              <a:rPr lang="en-US" sz="3600" dirty="0">
                <a:latin typeface="Trebuchet MS" panose="020B0703020202090204" pitchFamily="34" charset="0"/>
              </a:rPr>
              <a:t>Lorem ipsum dolor sit </a:t>
            </a:r>
            <a:r>
              <a:rPr lang="en-US" sz="3600" dirty="0" err="1">
                <a:latin typeface="Trebuchet MS" panose="020B0703020202090204" pitchFamily="34" charset="0"/>
              </a:rPr>
              <a:t>amet</a:t>
            </a:r>
            <a:r>
              <a:rPr lang="en-US" sz="3600" dirty="0">
                <a:latin typeface="Trebuchet MS" panose="020B0703020202090204" pitchFamily="34" charset="0"/>
              </a:rPr>
              <a:t>, </a:t>
            </a:r>
            <a:r>
              <a:rPr lang="en-US" sz="3600" dirty="0" err="1">
                <a:latin typeface="Trebuchet MS" panose="020B0703020202090204" pitchFamily="34" charset="0"/>
              </a:rPr>
              <a:t>consectetur</a:t>
            </a:r>
            <a:r>
              <a:rPr lang="en-US" sz="3600" dirty="0">
                <a:latin typeface="Trebuchet MS" panose="020B0703020202090204" pitchFamily="34" charset="0"/>
              </a:rPr>
              <a:t> </a:t>
            </a:r>
            <a:r>
              <a:rPr lang="en-US" sz="3600" dirty="0" err="1">
                <a:latin typeface="Trebuchet MS" panose="020B0703020202090204" pitchFamily="34" charset="0"/>
              </a:rPr>
              <a:t>adipiscing</a:t>
            </a:r>
            <a:r>
              <a:rPr lang="en-US" sz="3600" dirty="0">
                <a:latin typeface="Trebuchet MS" panose="020B0703020202090204" pitchFamily="34" charset="0"/>
              </a:rPr>
              <a:t> </a:t>
            </a:r>
            <a:r>
              <a:rPr lang="en-US" sz="3600" dirty="0" err="1">
                <a:latin typeface="Trebuchet MS" panose="020B0703020202090204" pitchFamily="34" charset="0"/>
              </a:rPr>
              <a:t>elit</a:t>
            </a:r>
            <a:r>
              <a:rPr lang="en-US" sz="3600" dirty="0">
                <a:latin typeface="Trebuchet MS" panose="020B0703020202090204" pitchFamily="34" charset="0"/>
              </a:rPr>
              <a:t>, sed do </a:t>
            </a:r>
            <a:r>
              <a:rPr lang="en-US" sz="3600" dirty="0" err="1">
                <a:latin typeface="Trebuchet MS" panose="020B0703020202090204" pitchFamily="34" charset="0"/>
              </a:rPr>
              <a:t>eiusmod</a:t>
            </a:r>
            <a:r>
              <a:rPr lang="en-US" sz="3600" dirty="0">
                <a:latin typeface="Trebuchet MS" panose="020B0703020202090204" pitchFamily="34" charset="0"/>
              </a:rPr>
              <a:t> </a:t>
            </a:r>
            <a:r>
              <a:rPr lang="en-US" sz="3600" dirty="0" err="1">
                <a:latin typeface="Trebuchet MS" panose="020B0703020202090204" pitchFamily="34" charset="0"/>
              </a:rPr>
              <a:t>tempor</a:t>
            </a:r>
            <a:r>
              <a:rPr lang="en-US" sz="3600" dirty="0">
                <a:latin typeface="Trebuchet MS" panose="020B0703020202090204" pitchFamily="34" charset="0"/>
              </a:rPr>
              <a:t> </a:t>
            </a:r>
            <a:r>
              <a:rPr lang="en-US" sz="3600" dirty="0" err="1">
                <a:latin typeface="Trebuchet MS" panose="020B0703020202090204" pitchFamily="34" charset="0"/>
              </a:rPr>
              <a:t>incididunt</a:t>
            </a:r>
            <a:r>
              <a:rPr lang="en-US" sz="3600" dirty="0">
                <a:latin typeface="Trebuchet MS" panose="020B0703020202090204" pitchFamily="34" charset="0"/>
              </a:rPr>
              <a:t> </a:t>
            </a:r>
            <a:r>
              <a:rPr lang="en-US" sz="3600" dirty="0" err="1">
                <a:latin typeface="Trebuchet MS" panose="020B0703020202090204" pitchFamily="34" charset="0"/>
              </a:rPr>
              <a:t>ut</a:t>
            </a:r>
            <a:r>
              <a:rPr lang="en-US" sz="3600" dirty="0">
                <a:latin typeface="Trebuchet MS" panose="020B0703020202090204" pitchFamily="34" charset="0"/>
              </a:rPr>
              <a:t> labore et dolore magna </a:t>
            </a:r>
            <a:r>
              <a:rPr lang="en-US" sz="3600" dirty="0" err="1">
                <a:latin typeface="Trebuchet MS" panose="020B0703020202090204" pitchFamily="34" charset="0"/>
              </a:rPr>
              <a:t>aliqua</a:t>
            </a:r>
            <a:r>
              <a:rPr lang="en-US" sz="3600" dirty="0">
                <a:latin typeface="Trebuchet MS" panose="020B0703020202090204" pitchFamily="34" charset="0"/>
              </a:rPr>
              <a:t>. Ut </a:t>
            </a:r>
            <a:r>
              <a:rPr lang="en-US" sz="3600" dirty="0" err="1">
                <a:latin typeface="Trebuchet MS" panose="020B0703020202090204" pitchFamily="34" charset="0"/>
              </a:rPr>
              <a:t>enim</a:t>
            </a:r>
            <a:r>
              <a:rPr lang="en-US" sz="3600" dirty="0">
                <a:latin typeface="Trebuchet MS" panose="020B0703020202090204" pitchFamily="34" charset="0"/>
              </a:rPr>
              <a:t> ad minim </a:t>
            </a:r>
            <a:r>
              <a:rPr lang="en-US" sz="3600" dirty="0" err="1">
                <a:latin typeface="Trebuchet MS" panose="020B0703020202090204" pitchFamily="34" charset="0"/>
              </a:rPr>
              <a:t>veniam</a:t>
            </a:r>
            <a:r>
              <a:rPr lang="en-US" sz="3600" dirty="0">
                <a:latin typeface="Trebuchet MS" panose="020B0703020202090204" pitchFamily="34" charset="0"/>
              </a:rPr>
              <a:t>, </a:t>
            </a:r>
            <a:r>
              <a:rPr lang="en-US" sz="3600" dirty="0" err="1">
                <a:latin typeface="Trebuchet MS" panose="020B0703020202090204" pitchFamily="34" charset="0"/>
              </a:rPr>
              <a:t>quis</a:t>
            </a:r>
            <a:r>
              <a:rPr lang="en-US" sz="3600" dirty="0">
                <a:latin typeface="Trebuchet MS" panose="020B0703020202090204" pitchFamily="34" charset="0"/>
              </a:rPr>
              <a:t> </a:t>
            </a:r>
            <a:r>
              <a:rPr lang="en-US" sz="3600" dirty="0" err="1">
                <a:latin typeface="Trebuchet MS" panose="020B0703020202090204" pitchFamily="34" charset="0"/>
              </a:rPr>
              <a:t>nostrud</a:t>
            </a:r>
            <a:r>
              <a:rPr lang="en-US" sz="3600" dirty="0">
                <a:latin typeface="Trebuchet MS" panose="020B0703020202090204" pitchFamily="34" charset="0"/>
              </a:rPr>
              <a:t> exercitation </a:t>
            </a:r>
            <a:r>
              <a:rPr lang="en-US" sz="3600" dirty="0" err="1">
                <a:latin typeface="Trebuchet MS" panose="020B0703020202090204" pitchFamily="34" charset="0"/>
              </a:rPr>
              <a:t>ullamco</a:t>
            </a:r>
            <a:r>
              <a:rPr lang="en-US" sz="3600" dirty="0">
                <a:latin typeface="Trebuchet MS" panose="020B0703020202090204" pitchFamily="34" charset="0"/>
              </a:rPr>
              <a:t> </a:t>
            </a:r>
            <a:r>
              <a:rPr lang="en-US" sz="3600" dirty="0" err="1">
                <a:latin typeface="Trebuchet MS" panose="020B0703020202090204" pitchFamily="34" charset="0"/>
              </a:rPr>
              <a:t>laboris</a:t>
            </a:r>
            <a:r>
              <a:rPr lang="en-US" sz="3600" dirty="0">
                <a:latin typeface="Trebuchet MS" panose="020B0703020202090204" pitchFamily="34" charset="0"/>
              </a:rPr>
              <a:t> nisi </a:t>
            </a:r>
            <a:r>
              <a:rPr lang="en-US" sz="3600" dirty="0" err="1">
                <a:latin typeface="Trebuchet MS" panose="020B0703020202090204" pitchFamily="34" charset="0"/>
              </a:rPr>
              <a:t>ut</a:t>
            </a:r>
            <a:r>
              <a:rPr lang="en-US" sz="3600" dirty="0">
                <a:latin typeface="Trebuchet MS" panose="020B0703020202090204" pitchFamily="34" charset="0"/>
              </a:rPr>
              <a:t> </a:t>
            </a:r>
            <a:r>
              <a:rPr lang="en-US" sz="3600" dirty="0" err="1">
                <a:latin typeface="Trebuchet MS" panose="020B0703020202090204" pitchFamily="34" charset="0"/>
              </a:rPr>
              <a:t>aliquip</a:t>
            </a:r>
            <a:r>
              <a:rPr lang="en-US" sz="3600" dirty="0">
                <a:latin typeface="Trebuchet MS" panose="020B0703020202090204" pitchFamily="34" charset="0"/>
              </a:rPr>
              <a:t> ex </a:t>
            </a:r>
            <a:r>
              <a:rPr lang="en-US" sz="3600" dirty="0" err="1">
                <a:latin typeface="Trebuchet MS" panose="020B0703020202090204" pitchFamily="34" charset="0"/>
              </a:rPr>
              <a:t>ea</a:t>
            </a:r>
            <a:r>
              <a:rPr lang="en-US" sz="3600" dirty="0">
                <a:latin typeface="Trebuchet MS" panose="020B0703020202090204" pitchFamily="34" charset="0"/>
              </a:rPr>
              <a:t> </a:t>
            </a:r>
            <a:r>
              <a:rPr lang="en-US" sz="3600" dirty="0" err="1">
                <a:latin typeface="Trebuchet MS" panose="020B0703020202090204" pitchFamily="34" charset="0"/>
              </a:rPr>
              <a:t>commodo</a:t>
            </a:r>
            <a:r>
              <a:rPr lang="en-US" sz="3600" dirty="0">
                <a:latin typeface="Trebuchet MS" panose="020B0703020202090204" pitchFamily="34" charset="0"/>
              </a:rPr>
              <a:t> </a:t>
            </a:r>
            <a:r>
              <a:rPr lang="en-US" sz="3600" dirty="0" err="1">
                <a:latin typeface="Trebuchet MS" panose="020B0703020202090204" pitchFamily="34" charset="0"/>
              </a:rPr>
              <a:t>consequat</a:t>
            </a:r>
            <a:r>
              <a:rPr lang="en-US" sz="3600" dirty="0">
                <a:latin typeface="Trebuchet MS" panose="020B0703020202090204" pitchFamily="34" charset="0"/>
              </a:rPr>
              <a:t>.</a:t>
            </a:r>
          </a:p>
          <a:p>
            <a:pPr marL="0" marR="0" lvl="0" indent="0" algn="l" defTabSz="1843430" rtl="0" eaLnBrk="1" fontAlgn="auto" latinLnBrk="0" hangingPunct="1">
              <a:lnSpc>
                <a:spcPct val="115000"/>
              </a:lnSpc>
              <a:spcBef>
                <a:spcPts val="1200"/>
              </a:spcBef>
              <a:spcAft>
                <a:spcPts val="500"/>
              </a:spcAft>
              <a:buClrTx/>
              <a:buSzPts val="1000"/>
              <a:buFont typeface="Symbol" pitchFamily="2" charset="2"/>
              <a:buNone/>
              <a:tabLst>
                <a:tab pos="457200" algn="l"/>
              </a:tabLst>
              <a:defRPr/>
            </a:pPr>
            <a:r>
              <a:rPr lang="en-US" sz="3600" dirty="0">
                <a:latin typeface="Trebuchet MS" panose="020B0703020202090204" pitchFamily="34" charset="0"/>
              </a:rPr>
              <a:t>Duis </a:t>
            </a:r>
            <a:r>
              <a:rPr lang="en-US" sz="3600" dirty="0" err="1">
                <a:latin typeface="Trebuchet MS" panose="020B0703020202090204" pitchFamily="34" charset="0"/>
              </a:rPr>
              <a:t>aute</a:t>
            </a:r>
            <a:r>
              <a:rPr lang="en-US" sz="3600" dirty="0">
                <a:latin typeface="Trebuchet MS" panose="020B0703020202090204" pitchFamily="34" charset="0"/>
              </a:rPr>
              <a:t> </a:t>
            </a:r>
            <a:r>
              <a:rPr lang="en-US" sz="3600" dirty="0" err="1">
                <a:latin typeface="Trebuchet MS" panose="020B0703020202090204" pitchFamily="34" charset="0"/>
              </a:rPr>
              <a:t>irure</a:t>
            </a:r>
            <a:r>
              <a:rPr lang="en-US" sz="3600" dirty="0">
                <a:latin typeface="Trebuchet MS" panose="020B0703020202090204" pitchFamily="34" charset="0"/>
              </a:rPr>
              <a:t> dolor in </a:t>
            </a:r>
            <a:r>
              <a:rPr lang="en-US" sz="3600" dirty="0" err="1">
                <a:latin typeface="Trebuchet MS" panose="020B0703020202090204" pitchFamily="34" charset="0"/>
              </a:rPr>
              <a:t>reprehenderit</a:t>
            </a:r>
            <a:r>
              <a:rPr lang="en-US" sz="3600" dirty="0">
                <a:latin typeface="Trebuchet MS" panose="020B0703020202090204" pitchFamily="34" charset="0"/>
              </a:rPr>
              <a:t> in </a:t>
            </a:r>
            <a:r>
              <a:rPr lang="en-US" sz="3600" dirty="0" err="1">
                <a:latin typeface="Trebuchet MS" panose="020B0703020202090204" pitchFamily="34" charset="0"/>
              </a:rPr>
              <a:t>voluptate</a:t>
            </a:r>
            <a:r>
              <a:rPr lang="en-US" sz="3600" dirty="0">
                <a:latin typeface="Trebuchet MS" panose="020B0703020202090204" pitchFamily="34" charset="0"/>
              </a:rPr>
              <a:t> </a:t>
            </a:r>
            <a:r>
              <a:rPr lang="en-US" sz="3600" dirty="0" err="1">
                <a:latin typeface="Trebuchet MS" panose="020B0703020202090204" pitchFamily="34" charset="0"/>
              </a:rPr>
              <a:t>velit</a:t>
            </a:r>
            <a:r>
              <a:rPr lang="en-US" sz="3600" dirty="0">
                <a:latin typeface="Trebuchet MS" panose="020B0703020202090204" pitchFamily="34" charset="0"/>
              </a:rPr>
              <a:t> </a:t>
            </a:r>
            <a:r>
              <a:rPr lang="en-US" sz="3600" dirty="0" err="1">
                <a:latin typeface="Trebuchet MS" panose="020B0703020202090204" pitchFamily="34" charset="0"/>
              </a:rPr>
              <a:t>esse</a:t>
            </a:r>
            <a:r>
              <a:rPr lang="en-US" sz="3600" dirty="0">
                <a:latin typeface="Trebuchet MS" panose="020B0703020202090204" pitchFamily="34" charset="0"/>
              </a:rPr>
              <a:t> </a:t>
            </a:r>
            <a:r>
              <a:rPr lang="en-US" sz="3600" dirty="0" err="1">
                <a:latin typeface="Trebuchet MS" panose="020B0703020202090204" pitchFamily="34" charset="0"/>
              </a:rPr>
              <a:t>cillum</a:t>
            </a:r>
            <a:r>
              <a:rPr lang="en-US" sz="3600" dirty="0">
                <a:latin typeface="Trebuchet MS" panose="020B0703020202090204" pitchFamily="34" charset="0"/>
              </a:rPr>
              <a:t> dolore </a:t>
            </a:r>
            <a:r>
              <a:rPr lang="en-US" sz="3600" dirty="0" err="1">
                <a:latin typeface="Trebuchet MS" panose="020B0703020202090204" pitchFamily="34" charset="0"/>
              </a:rPr>
              <a:t>eu</a:t>
            </a:r>
            <a:r>
              <a:rPr lang="en-US" sz="3600" dirty="0">
                <a:latin typeface="Trebuchet MS" panose="020B0703020202090204" pitchFamily="34" charset="0"/>
              </a:rPr>
              <a:t> </a:t>
            </a:r>
            <a:r>
              <a:rPr lang="en-US" sz="3600" dirty="0" err="1">
                <a:latin typeface="Trebuchet MS" panose="020B0703020202090204" pitchFamily="34" charset="0"/>
              </a:rPr>
              <a:t>fugiat</a:t>
            </a:r>
            <a:r>
              <a:rPr lang="en-US" sz="3600" dirty="0">
                <a:latin typeface="Trebuchet MS" panose="020B0703020202090204" pitchFamily="34" charset="0"/>
              </a:rPr>
              <a:t> </a:t>
            </a:r>
            <a:r>
              <a:rPr lang="en-US" sz="3600" dirty="0" err="1">
                <a:latin typeface="Trebuchet MS" panose="020B0703020202090204" pitchFamily="34" charset="0"/>
              </a:rPr>
              <a:t>nulla</a:t>
            </a:r>
            <a:r>
              <a:rPr lang="en-US" sz="3600" dirty="0">
                <a:latin typeface="Trebuchet MS" panose="020B0703020202090204" pitchFamily="34" charset="0"/>
              </a:rPr>
              <a:t> </a:t>
            </a:r>
            <a:r>
              <a:rPr lang="en-US" sz="3600" dirty="0" err="1">
                <a:latin typeface="Trebuchet MS" panose="020B0703020202090204" pitchFamily="34" charset="0"/>
              </a:rPr>
              <a:t>pariatur</a:t>
            </a:r>
            <a:r>
              <a:rPr lang="en-US" sz="3600" dirty="0">
                <a:latin typeface="Trebuchet MS" panose="020B0703020202090204" pitchFamily="34" charset="0"/>
              </a:rPr>
              <a:t>. </a:t>
            </a:r>
            <a:r>
              <a:rPr lang="en-US" sz="3600" dirty="0" err="1">
                <a:latin typeface="Trebuchet MS" panose="020B0703020202090204" pitchFamily="34" charset="0"/>
              </a:rPr>
              <a:t>Excepteur</a:t>
            </a:r>
            <a:r>
              <a:rPr lang="en-US" sz="3600" dirty="0">
                <a:latin typeface="Trebuchet MS" panose="020B0703020202090204" pitchFamily="34" charset="0"/>
              </a:rPr>
              <a:t> </a:t>
            </a:r>
            <a:r>
              <a:rPr lang="en-US" sz="3600" dirty="0" err="1">
                <a:latin typeface="Trebuchet MS" panose="020B0703020202090204" pitchFamily="34" charset="0"/>
              </a:rPr>
              <a:t>sint</a:t>
            </a:r>
            <a:r>
              <a:rPr lang="en-US" sz="3600" dirty="0">
                <a:latin typeface="Trebuchet MS" panose="020B0703020202090204" pitchFamily="34" charset="0"/>
              </a:rPr>
              <a:t> </a:t>
            </a:r>
            <a:r>
              <a:rPr lang="en-US" sz="3600" dirty="0" err="1">
                <a:latin typeface="Trebuchet MS" panose="020B0703020202090204" pitchFamily="34" charset="0"/>
              </a:rPr>
              <a:t>occaecat</a:t>
            </a:r>
            <a:r>
              <a:rPr lang="en-US" sz="3600" dirty="0">
                <a:latin typeface="Trebuchet MS" panose="020B0703020202090204" pitchFamily="34" charset="0"/>
              </a:rPr>
              <a:t> </a:t>
            </a:r>
            <a:r>
              <a:rPr lang="en-US" sz="3600" dirty="0" err="1">
                <a:latin typeface="Trebuchet MS" panose="020B0703020202090204" pitchFamily="34" charset="0"/>
              </a:rPr>
              <a:t>cupidatat</a:t>
            </a:r>
            <a:r>
              <a:rPr lang="en-US" sz="3600" dirty="0">
                <a:latin typeface="Trebuchet MS" panose="020B0703020202090204" pitchFamily="34" charset="0"/>
              </a:rPr>
              <a:t> non </a:t>
            </a:r>
            <a:r>
              <a:rPr lang="en-US" sz="3600" dirty="0" err="1">
                <a:latin typeface="Trebuchet MS" panose="020B0703020202090204" pitchFamily="34" charset="0"/>
              </a:rPr>
              <a:t>proident</a:t>
            </a:r>
            <a:r>
              <a:rPr lang="en-US" sz="3600" dirty="0">
                <a:latin typeface="Trebuchet MS" panose="020B0703020202090204" pitchFamily="34" charset="0"/>
              </a:rPr>
              <a:t>, sunt in culpa qui </a:t>
            </a:r>
            <a:r>
              <a:rPr lang="en-US" sz="3600" dirty="0" err="1">
                <a:latin typeface="Trebuchet MS" panose="020B0703020202090204" pitchFamily="34" charset="0"/>
              </a:rPr>
              <a:t>officia</a:t>
            </a:r>
            <a:r>
              <a:rPr lang="en-US" sz="3600" dirty="0">
                <a:latin typeface="Trebuchet MS" panose="020B0703020202090204" pitchFamily="34" charset="0"/>
              </a:rPr>
              <a:t> </a:t>
            </a:r>
            <a:r>
              <a:rPr lang="en-US" sz="3600" dirty="0" err="1">
                <a:latin typeface="Trebuchet MS" panose="020B0703020202090204" pitchFamily="34" charset="0"/>
              </a:rPr>
              <a:t>deserunt</a:t>
            </a:r>
            <a:r>
              <a:rPr lang="en-US" sz="3600" dirty="0">
                <a:latin typeface="Trebuchet MS" panose="020B0703020202090204" pitchFamily="34" charset="0"/>
              </a:rPr>
              <a:t> </a:t>
            </a:r>
            <a:r>
              <a:rPr lang="en-US" sz="3600" dirty="0" err="1">
                <a:latin typeface="Trebuchet MS" panose="020B0703020202090204" pitchFamily="34" charset="0"/>
              </a:rPr>
              <a:t>mollit</a:t>
            </a:r>
            <a:r>
              <a:rPr lang="en-US" sz="3600" dirty="0">
                <a:latin typeface="Trebuchet MS" panose="020B0703020202090204" pitchFamily="34" charset="0"/>
              </a:rPr>
              <a:t> </a:t>
            </a:r>
            <a:r>
              <a:rPr lang="en-US" sz="3600" dirty="0" err="1">
                <a:latin typeface="Trebuchet MS" panose="020B0703020202090204" pitchFamily="34" charset="0"/>
              </a:rPr>
              <a:t>anim</a:t>
            </a:r>
            <a:r>
              <a:rPr lang="en-US" sz="3600" dirty="0">
                <a:latin typeface="Trebuchet MS" panose="020B0703020202090204" pitchFamily="34" charset="0"/>
              </a:rPr>
              <a:t> id </a:t>
            </a:r>
            <a:r>
              <a:rPr lang="en-US" sz="3600" dirty="0" err="1">
                <a:latin typeface="Trebuchet MS" panose="020B0703020202090204" pitchFamily="34" charset="0"/>
              </a:rPr>
              <a:t>est</a:t>
            </a:r>
            <a:r>
              <a:rPr lang="en-US" sz="3600" dirty="0">
                <a:latin typeface="Trebuchet MS" panose="020B0703020202090204" pitchFamily="34" charset="0"/>
              </a:rPr>
              <a:t> </a:t>
            </a:r>
            <a:r>
              <a:rPr lang="en-US" sz="3600" dirty="0" err="1">
                <a:latin typeface="Trebuchet MS" panose="020B0703020202090204" pitchFamily="34" charset="0"/>
              </a:rPr>
              <a:t>laborum</a:t>
            </a:r>
            <a:r>
              <a:rPr lang="en-US" sz="3600" dirty="0">
                <a:latin typeface="Trebuchet MS" panose="020B0703020202090204" pitchFamily="34" charset="0"/>
              </a:rPr>
              <a:t>.</a:t>
            </a:r>
          </a:p>
          <a:p>
            <a:pPr marL="0" marR="0" lvl="0" indent="0">
              <a:lnSpc>
                <a:spcPct val="115000"/>
              </a:lnSpc>
              <a:spcBef>
                <a:spcPts val="1200"/>
              </a:spcBef>
              <a:spcAft>
                <a:spcPts val="500"/>
              </a:spcAft>
              <a:buSzPts val="1000"/>
              <a:buFont typeface="Symbol" pitchFamily="2" charset="2"/>
              <a:buNone/>
              <a:tabLst>
                <a:tab pos="457200" algn="l"/>
              </a:tabLst>
            </a:pPr>
            <a:endParaRPr lang="en-US" sz="3600" dirty="0">
              <a:effectLst/>
              <a:latin typeface="Trebuchet MS" panose="020B0703020202090204" pitchFamily="34" charset="0"/>
              <a:ea typeface="Times New Roman" panose="02020603050405020304" pitchFamily="18" charset="0"/>
            </a:endParaRPr>
          </a:p>
          <a:p>
            <a:pPr marL="0" marR="0" lvl="0" indent="0">
              <a:lnSpc>
                <a:spcPct val="115000"/>
              </a:lnSpc>
              <a:spcBef>
                <a:spcPts val="1200"/>
              </a:spcBef>
              <a:spcAft>
                <a:spcPts val="500"/>
              </a:spcAft>
              <a:buSzPts val="1000"/>
              <a:buFont typeface="Symbol" pitchFamily="2" charset="2"/>
              <a:buNone/>
              <a:tabLst>
                <a:tab pos="457200" algn="l"/>
              </a:tabLst>
            </a:pPr>
            <a:endParaRPr lang="en-US" sz="3600" dirty="0">
              <a:effectLst/>
              <a:latin typeface="Trebuchet MS" panose="020B0703020202090204" pitchFamily="34" charset="0"/>
              <a:ea typeface="Times New Roman" panose="02020603050405020304" pitchFamily="18" charset="0"/>
            </a:endParaRPr>
          </a:p>
        </p:txBody>
      </p:sp>
      <p:sp>
        <p:nvSpPr>
          <p:cNvPr id="29" name="TextBox 28">
            <a:extLst>
              <a:ext uri="{FF2B5EF4-FFF2-40B4-BE49-F238E27FC236}">
                <a16:creationId xmlns:a16="http://schemas.microsoft.com/office/drawing/2014/main" id="{DB8D0235-87A7-9E5D-2469-6C29C84FFC14}"/>
              </a:ext>
            </a:extLst>
          </p:cNvPr>
          <p:cNvSpPr txBox="1"/>
          <p:nvPr/>
        </p:nvSpPr>
        <p:spPr>
          <a:xfrm>
            <a:off x="15087600" y="20733396"/>
            <a:ext cx="13716000" cy="914400"/>
          </a:xfrm>
          <a:prstGeom prst="rect">
            <a:avLst/>
          </a:prstGeom>
          <a:solidFill>
            <a:srgbClr val="BD8B13"/>
          </a:solidFill>
        </p:spPr>
        <p:txBody>
          <a:bodyPr wrap="square" rtlCol="0" anchor="ctr">
            <a:spAutoFit/>
          </a:bodyPr>
          <a:lstStyle/>
          <a:p>
            <a:pPr algn="ctr"/>
            <a:r>
              <a:rPr lang="en-US" sz="4000" b="1" spc="300" baseline="0" dirty="0">
                <a:solidFill>
                  <a:schemeClr val="bg1"/>
                </a:solidFill>
                <a:effectLst/>
                <a:latin typeface="Georgia" panose="02040502050405020303" pitchFamily="18" charset="0"/>
                <a:ea typeface="Aptos" panose="020B0004020202020204" pitchFamily="34" charset="0"/>
                <a:cs typeface="Times New Roman" panose="02020603050405020304" pitchFamily="18" charset="0"/>
              </a:rPr>
              <a:t>Conclusions / Discussion</a:t>
            </a:r>
            <a:endParaRPr lang="en-US" sz="4000" b="1" spc="300" baseline="0" dirty="0">
              <a:solidFill>
                <a:schemeClr val="bg1"/>
              </a:solidFill>
              <a:latin typeface="Georgia" panose="02040502050405020303" pitchFamily="18" charset="0"/>
            </a:endParaRPr>
          </a:p>
        </p:txBody>
      </p:sp>
      <p:sp>
        <p:nvSpPr>
          <p:cNvPr id="30" name="TextBox 29">
            <a:extLst>
              <a:ext uri="{FF2B5EF4-FFF2-40B4-BE49-F238E27FC236}">
                <a16:creationId xmlns:a16="http://schemas.microsoft.com/office/drawing/2014/main" id="{1F9E1A78-37E7-25CF-7A29-1B28672C50CB}"/>
              </a:ext>
            </a:extLst>
          </p:cNvPr>
          <p:cNvSpPr txBox="1"/>
          <p:nvPr/>
        </p:nvSpPr>
        <p:spPr>
          <a:xfrm>
            <a:off x="1369747" y="5295538"/>
            <a:ext cx="10970947" cy="4247317"/>
          </a:xfrm>
          <a:prstGeom prst="rect">
            <a:avLst/>
          </a:prstGeom>
          <a:noFill/>
          <a:ln w="6350">
            <a:solidFill>
              <a:srgbClr val="BD8B13"/>
            </a:solidFill>
          </a:ln>
        </p:spPr>
        <p:txBody>
          <a:bodyPr wrap="square" lIns="365760" tIns="1097280" rIns="365760" bIns="365760" rtlCol="0">
            <a:spAutoFit/>
          </a:bodyPr>
          <a:lstStyle/>
          <a:p>
            <a:r>
              <a:rPr lang="en-US" sz="3600" dirty="0">
                <a:effectLst/>
                <a:latin typeface="Trebuchet MS" panose="020B0703020202090204" pitchFamily="34" charset="0"/>
                <a:ea typeface="Aptos" panose="020B0004020202020204" pitchFamily="34" charset="0"/>
                <a:cs typeface="Times New Roman" panose="02020603050405020304" pitchFamily="18" charset="0"/>
              </a:rPr>
              <a:t>This section is intended to introduce the audience to the question you are attempting to answer or problem you are attempting to solve, and sufficient background from the published literature to provide context and relevance.</a:t>
            </a:r>
          </a:p>
        </p:txBody>
      </p:sp>
      <p:sp>
        <p:nvSpPr>
          <p:cNvPr id="31" name="TextBox 30">
            <a:extLst>
              <a:ext uri="{FF2B5EF4-FFF2-40B4-BE49-F238E27FC236}">
                <a16:creationId xmlns:a16="http://schemas.microsoft.com/office/drawing/2014/main" id="{580666F6-8277-1F40-77AD-5B2F11400D44}"/>
              </a:ext>
            </a:extLst>
          </p:cNvPr>
          <p:cNvSpPr txBox="1"/>
          <p:nvPr/>
        </p:nvSpPr>
        <p:spPr>
          <a:xfrm>
            <a:off x="1369748" y="5295538"/>
            <a:ext cx="10970948" cy="914400"/>
          </a:xfrm>
          <a:prstGeom prst="rect">
            <a:avLst/>
          </a:prstGeom>
          <a:solidFill>
            <a:srgbClr val="5CB8B2"/>
          </a:solidFill>
        </p:spPr>
        <p:txBody>
          <a:bodyPr wrap="square" rtlCol="0" anchor="ctr">
            <a:spAutoFit/>
          </a:bodyPr>
          <a:lstStyle/>
          <a:p>
            <a:pPr algn="ctr"/>
            <a:r>
              <a:rPr lang="en-US" sz="4000" b="1" spc="300" baseline="0" dirty="0">
                <a:solidFill>
                  <a:schemeClr val="bg1"/>
                </a:solidFill>
                <a:effectLst/>
                <a:latin typeface="Georgia" panose="02040502050405020303" pitchFamily="18" charset="0"/>
                <a:ea typeface="Aptos" panose="020B0004020202020204" pitchFamily="34" charset="0"/>
                <a:cs typeface="Times New Roman" panose="02020603050405020304" pitchFamily="18" charset="0"/>
              </a:rPr>
              <a:t>Introduction / Background / Goals </a:t>
            </a:r>
            <a:endParaRPr lang="en-US" sz="4000" b="1" spc="300" baseline="0" dirty="0">
              <a:solidFill>
                <a:schemeClr val="bg1"/>
              </a:solidFill>
              <a:latin typeface="Georgia" panose="02040502050405020303" pitchFamily="18" charset="0"/>
            </a:endParaRPr>
          </a:p>
        </p:txBody>
      </p:sp>
      <p:sp>
        <p:nvSpPr>
          <p:cNvPr id="32" name="TextBox 31">
            <a:extLst>
              <a:ext uri="{FF2B5EF4-FFF2-40B4-BE49-F238E27FC236}">
                <a16:creationId xmlns:a16="http://schemas.microsoft.com/office/drawing/2014/main" id="{23DA318E-2800-F7F6-9B35-7515A51D918C}"/>
              </a:ext>
            </a:extLst>
          </p:cNvPr>
          <p:cNvSpPr txBox="1"/>
          <p:nvPr/>
        </p:nvSpPr>
        <p:spPr>
          <a:xfrm>
            <a:off x="1522147" y="17780000"/>
            <a:ext cx="10970947" cy="7017306"/>
          </a:xfrm>
          <a:prstGeom prst="rect">
            <a:avLst/>
          </a:prstGeom>
          <a:noFill/>
          <a:ln w="6350">
            <a:solidFill>
              <a:srgbClr val="BD8B13"/>
            </a:solidFill>
          </a:ln>
        </p:spPr>
        <p:txBody>
          <a:bodyPr wrap="square" lIns="365760" tIns="1097280" rIns="365760" bIns="365760" rtlCol="0">
            <a:spAutoFit/>
          </a:bodyPr>
          <a:lstStyle/>
          <a:p>
            <a:pPr marL="0" indent="0">
              <a:buFont typeface="Arial" panose="020B0604020202020204" pitchFamily="34" charset="0"/>
              <a:buNone/>
            </a:pPr>
            <a:r>
              <a:rPr lang="en-US" sz="3600" b="1" dirty="0">
                <a:effectLst/>
                <a:latin typeface="Trebuchet MS" panose="020B0703020202090204" pitchFamily="34" charset="0"/>
                <a:ea typeface="Aptos" panose="020B0004020202020204" pitchFamily="34" charset="0"/>
                <a:cs typeface="Times New Roman" panose="02020603050405020304" pitchFamily="18" charset="0"/>
              </a:rPr>
              <a:t>IN THE FIELD:</a:t>
            </a:r>
          </a:p>
          <a:p>
            <a:pPr marL="571500" indent="-571500">
              <a:buFont typeface="Arial" panose="020B0604020202020204" pitchFamily="34" charset="0"/>
              <a:buChar char="•"/>
            </a:pPr>
            <a:r>
              <a:rPr lang="en-US" sz="3600" dirty="0">
                <a:effectLst/>
                <a:latin typeface="Trebuchet MS" panose="020B0703020202090204" pitchFamily="34" charset="0"/>
                <a:ea typeface="Aptos" panose="020B0004020202020204" pitchFamily="34" charset="0"/>
                <a:cs typeface="Times New Roman" panose="02020603050405020304" pitchFamily="18" charset="0"/>
              </a:rPr>
              <a:t>This section outlines or summarizes the key procedures or steps taken for the experiment.</a:t>
            </a:r>
          </a:p>
          <a:p>
            <a:pPr marL="571500" indent="-571500">
              <a:buFont typeface="Arial" panose="020B0604020202020204" pitchFamily="34" charset="0"/>
              <a:buChar char="•"/>
            </a:pPr>
            <a:r>
              <a:rPr lang="en-US" sz="3600" dirty="0">
                <a:effectLst/>
                <a:latin typeface="Trebuchet MS" panose="020B0703020202090204" pitchFamily="34" charset="0"/>
                <a:ea typeface="Aptos" panose="020B0004020202020204" pitchFamily="34" charset="0"/>
                <a:cs typeface="Times New Roman" panose="02020603050405020304" pitchFamily="18" charset="0"/>
              </a:rPr>
              <a:t>It should not include detailed protocols, but a visual overview often in the form of a flow chart.</a:t>
            </a:r>
            <a:br>
              <a:rPr lang="en-US" sz="3600" dirty="0">
                <a:effectLst/>
                <a:latin typeface="Trebuchet MS" panose="020B0703020202090204" pitchFamily="34" charset="0"/>
                <a:ea typeface="Aptos" panose="020B0004020202020204" pitchFamily="34" charset="0"/>
                <a:cs typeface="Times New Roman" panose="02020603050405020304" pitchFamily="18" charset="0"/>
              </a:rPr>
            </a:br>
            <a:endParaRPr lang="en-US" sz="3600" dirty="0">
              <a:effectLst/>
              <a:latin typeface="Trebuchet MS" panose="020B0703020202090204" pitchFamily="34" charset="0"/>
              <a:ea typeface="Aptos" panose="020B0004020202020204" pitchFamily="34" charset="0"/>
              <a:cs typeface="Times New Roman" panose="02020603050405020304" pitchFamily="18" charset="0"/>
            </a:endParaRPr>
          </a:p>
          <a:p>
            <a:pPr marL="0" marR="0" lvl="0" indent="0" algn="l" defTabSz="184343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3600" b="1" dirty="0">
                <a:effectLst/>
                <a:latin typeface="Trebuchet MS" panose="020B0703020202090204" pitchFamily="34" charset="0"/>
                <a:ea typeface="Aptos" panose="020B0004020202020204" pitchFamily="34" charset="0"/>
                <a:cs typeface="Times New Roman" panose="02020603050405020304" pitchFamily="18" charset="0"/>
              </a:rPr>
              <a:t>ANALYSIS:</a:t>
            </a:r>
          </a:p>
          <a:p>
            <a:pPr marL="571500" indent="-571500">
              <a:buFont typeface="Arial" panose="020B0604020202020204" pitchFamily="34" charset="0"/>
              <a:buChar char="•"/>
            </a:pPr>
            <a:r>
              <a:rPr lang="en-US" sz="3600" dirty="0">
                <a:effectLst/>
                <a:latin typeface="Trebuchet MS" panose="020B0703020202090204" pitchFamily="34" charset="0"/>
                <a:ea typeface="Aptos" panose="020B0004020202020204" pitchFamily="34" charset="0"/>
                <a:cs typeface="Times New Roman" panose="02020603050405020304" pitchFamily="18" charset="0"/>
              </a:rPr>
              <a:t>Description here.</a:t>
            </a:r>
          </a:p>
          <a:p>
            <a:pPr marL="571500" indent="-571500">
              <a:buFont typeface="Arial" panose="020B0604020202020204" pitchFamily="34" charset="0"/>
              <a:buChar char="•"/>
            </a:pPr>
            <a:r>
              <a:rPr lang="en-US" sz="3600" dirty="0">
                <a:effectLst/>
                <a:latin typeface="Trebuchet MS" panose="020B0703020202090204" pitchFamily="34" charset="0"/>
                <a:ea typeface="Aptos" panose="020B0004020202020204" pitchFamily="34" charset="0"/>
                <a:cs typeface="Times New Roman" panose="02020603050405020304" pitchFamily="18" charset="0"/>
              </a:rPr>
              <a:t>Description here.</a:t>
            </a:r>
          </a:p>
        </p:txBody>
      </p:sp>
      <p:sp>
        <p:nvSpPr>
          <p:cNvPr id="33" name="TextBox 32">
            <a:extLst>
              <a:ext uri="{FF2B5EF4-FFF2-40B4-BE49-F238E27FC236}">
                <a16:creationId xmlns:a16="http://schemas.microsoft.com/office/drawing/2014/main" id="{6637176F-6669-3EFB-EFB4-C2127A16043E}"/>
              </a:ext>
            </a:extLst>
          </p:cNvPr>
          <p:cNvSpPr txBox="1"/>
          <p:nvPr/>
        </p:nvSpPr>
        <p:spPr>
          <a:xfrm>
            <a:off x="1522148" y="17780000"/>
            <a:ext cx="10970948" cy="914400"/>
          </a:xfrm>
          <a:prstGeom prst="rect">
            <a:avLst/>
          </a:prstGeom>
          <a:solidFill>
            <a:srgbClr val="5CB8B2"/>
          </a:solidFill>
        </p:spPr>
        <p:txBody>
          <a:bodyPr wrap="square" rtlCol="0" anchor="ctr">
            <a:spAutoFit/>
          </a:bodyPr>
          <a:lstStyle/>
          <a:p>
            <a:pPr algn="ctr"/>
            <a:r>
              <a:rPr lang="en-US" sz="4000" b="1" spc="300" baseline="0" dirty="0">
                <a:solidFill>
                  <a:schemeClr val="bg1"/>
                </a:solidFill>
                <a:effectLst/>
                <a:latin typeface="Georgia" panose="02040502050405020303" pitchFamily="18" charset="0"/>
                <a:ea typeface="Aptos" panose="020B0004020202020204" pitchFamily="34" charset="0"/>
                <a:cs typeface="Times New Roman" panose="02020603050405020304" pitchFamily="18" charset="0"/>
              </a:rPr>
              <a:t>Methods</a:t>
            </a:r>
            <a:endParaRPr lang="en-US" sz="4000" b="1" spc="300" baseline="0" dirty="0">
              <a:solidFill>
                <a:schemeClr val="bg1"/>
              </a:solidFill>
              <a:latin typeface="Georgia" panose="02040502050405020303" pitchFamily="18" charset="0"/>
            </a:endParaRPr>
          </a:p>
        </p:txBody>
      </p:sp>
      <p:sp>
        <p:nvSpPr>
          <p:cNvPr id="34" name="TextBox 33">
            <a:extLst>
              <a:ext uri="{FF2B5EF4-FFF2-40B4-BE49-F238E27FC236}">
                <a16:creationId xmlns:a16="http://schemas.microsoft.com/office/drawing/2014/main" id="{86E933FA-E94F-E13E-0731-DA3CC4AF94D1}"/>
              </a:ext>
            </a:extLst>
          </p:cNvPr>
          <p:cNvSpPr txBox="1"/>
          <p:nvPr/>
        </p:nvSpPr>
        <p:spPr>
          <a:xfrm>
            <a:off x="15087600" y="5295538"/>
            <a:ext cx="13716000" cy="5909310"/>
          </a:xfrm>
          <a:prstGeom prst="rect">
            <a:avLst/>
          </a:prstGeom>
          <a:noFill/>
          <a:ln w="6350">
            <a:solidFill>
              <a:srgbClr val="C7940D"/>
            </a:solidFill>
          </a:ln>
        </p:spPr>
        <p:txBody>
          <a:bodyPr wrap="square" lIns="365760" tIns="1097280" rIns="365760" bIns="365760" rtlCol="0">
            <a:spAutoFit/>
          </a:bodyPr>
          <a:lstStyle/>
          <a:p>
            <a:r>
              <a:rPr lang="en-US" sz="3600" dirty="0">
                <a:effectLst/>
                <a:latin typeface="Trebuchet MS" panose="020B0703020202090204" pitchFamily="34" charset="0"/>
                <a:ea typeface="Aptos" panose="020B0004020202020204" pitchFamily="34" charset="0"/>
                <a:cs typeface="Times New Roman" panose="02020603050405020304" pitchFamily="18" charset="0"/>
              </a:rPr>
              <a:t>This section depicts the data resulting from the experiment(s). Typically, this section consists mostly or entirely of graphs, tables and other figures, with figure legends.</a:t>
            </a:r>
          </a:p>
          <a:p>
            <a:endParaRPr lang="en-US" sz="3600" dirty="0">
              <a:latin typeface="Trebuchet MS" panose="020B0703020202090204" pitchFamily="34" charset="0"/>
              <a:ea typeface="Aptos" panose="020B0004020202020204" pitchFamily="34" charset="0"/>
              <a:cs typeface="Times New Roman" panose="02020603050405020304" pitchFamily="18" charset="0"/>
            </a:endParaRPr>
          </a:p>
          <a:p>
            <a:r>
              <a:rPr lang="en-US" sz="3600" dirty="0">
                <a:latin typeface="Trebuchet MS" panose="020B0703020202090204" pitchFamily="34" charset="0"/>
              </a:rPr>
              <a:t>Lorem ipsum dolor sit </a:t>
            </a:r>
            <a:r>
              <a:rPr lang="en-US" sz="3600" dirty="0" err="1">
                <a:latin typeface="Trebuchet MS" panose="020B0703020202090204" pitchFamily="34" charset="0"/>
              </a:rPr>
              <a:t>amet</a:t>
            </a:r>
            <a:r>
              <a:rPr lang="en-US" sz="3600" dirty="0">
                <a:latin typeface="Trebuchet MS" panose="020B0703020202090204" pitchFamily="34" charset="0"/>
              </a:rPr>
              <a:t>, </a:t>
            </a:r>
            <a:r>
              <a:rPr lang="en-US" sz="3600" dirty="0" err="1">
                <a:latin typeface="Trebuchet MS" panose="020B0703020202090204" pitchFamily="34" charset="0"/>
              </a:rPr>
              <a:t>consectetur</a:t>
            </a:r>
            <a:r>
              <a:rPr lang="en-US" sz="3600" dirty="0">
                <a:latin typeface="Trebuchet MS" panose="020B0703020202090204" pitchFamily="34" charset="0"/>
              </a:rPr>
              <a:t> </a:t>
            </a:r>
            <a:r>
              <a:rPr lang="en-US" sz="3600" dirty="0" err="1">
                <a:latin typeface="Trebuchet MS" panose="020B0703020202090204" pitchFamily="34" charset="0"/>
              </a:rPr>
              <a:t>adipiscing</a:t>
            </a:r>
            <a:r>
              <a:rPr lang="en-US" sz="3600" dirty="0">
                <a:latin typeface="Trebuchet MS" panose="020B0703020202090204" pitchFamily="34" charset="0"/>
              </a:rPr>
              <a:t> </a:t>
            </a:r>
            <a:r>
              <a:rPr lang="en-US" sz="3600" dirty="0" err="1">
                <a:latin typeface="Trebuchet MS" panose="020B0703020202090204" pitchFamily="34" charset="0"/>
              </a:rPr>
              <a:t>elit</a:t>
            </a:r>
            <a:r>
              <a:rPr lang="en-US" sz="3600" dirty="0">
                <a:latin typeface="Trebuchet MS" panose="020B0703020202090204" pitchFamily="34" charset="0"/>
              </a:rPr>
              <a:t>, sed do </a:t>
            </a:r>
            <a:r>
              <a:rPr lang="en-US" sz="3600" dirty="0" err="1">
                <a:latin typeface="Trebuchet MS" panose="020B0703020202090204" pitchFamily="34" charset="0"/>
              </a:rPr>
              <a:t>eiusmod</a:t>
            </a:r>
            <a:r>
              <a:rPr lang="en-US" sz="3600" dirty="0">
                <a:latin typeface="Trebuchet MS" panose="020B0703020202090204" pitchFamily="34" charset="0"/>
              </a:rPr>
              <a:t> </a:t>
            </a:r>
            <a:r>
              <a:rPr lang="en-US" sz="3600" dirty="0" err="1">
                <a:latin typeface="Trebuchet MS" panose="020B0703020202090204" pitchFamily="34" charset="0"/>
              </a:rPr>
              <a:t>tempor</a:t>
            </a:r>
            <a:r>
              <a:rPr lang="en-US" sz="3600" dirty="0">
                <a:latin typeface="Trebuchet MS" panose="020B0703020202090204" pitchFamily="34" charset="0"/>
              </a:rPr>
              <a:t> </a:t>
            </a:r>
            <a:r>
              <a:rPr lang="en-US" sz="3600" dirty="0" err="1">
                <a:latin typeface="Trebuchet MS" panose="020B0703020202090204" pitchFamily="34" charset="0"/>
              </a:rPr>
              <a:t>incididunt</a:t>
            </a:r>
            <a:r>
              <a:rPr lang="en-US" sz="3600" dirty="0">
                <a:latin typeface="Trebuchet MS" panose="020B0703020202090204" pitchFamily="34" charset="0"/>
              </a:rPr>
              <a:t> </a:t>
            </a:r>
            <a:r>
              <a:rPr lang="en-US" sz="3600" dirty="0" err="1">
                <a:latin typeface="Trebuchet MS" panose="020B0703020202090204" pitchFamily="34" charset="0"/>
              </a:rPr>
              <a:t>ut</a:t>
            </a:r>
            <a:r>
              <a:rPr lang="en-US" sz="3600" dirty="0">
                <a:latin typeface="Trebuchet MS" panose="020B0703020202090204" pitchFamily="34" charset="0"/>
              </a:rPr>
              <a:t> labore et dolore magna </a:t>
            </a:r>
            <a:r>
              <a:rPr lang="en-US" sz="3600" dirty="0" err="1">
                <a:latin typeface="Trebuchet MS" panose="020B0703020202090204" pitchFamily="34" charset="0"/>
              </a:rPr>
              <a:t>aliqua</a:t>
            </a:r>
            <a:r>
              <a:rPr lang="en-US" sz="3600" dirty="0">
                <a:latin typeface="Trebuchet MS" panose="020B0703020202090204" pitchFamily="34" charset="0"/>
              </a:rPr>
              <a:t>. Ut </a:t>
            </a:r>
            <a:r>
              <a:rPr lang="en-US" sz="3600" dirty="0" err="1">
                <a:latin typeface="Trebuchet MS" panose="020B0703020202090204" pitchFamily="34" charset="0"/>
              </a:rPr>
              <a:t>enim</a:t>
            </a:r>
            <a:r>
              <a:rPr lang="en-US" sz="3600" dirty="0">
                <a:latin typeface="Trebuchet MS" panose="020B0703020202090204" pitchFamily="34" charset="0"/>
              </a:rPr>
              <a:t> ad minim </a:t>
            </a:r>
            <a:r>
              <a:rPr lang="en-US" sz="3600" dirty="0" err="1">
                <a:latin typeface="Trebuchet MS" panose="020B0703020202090204" pitchFamily="34" charset="0"/>
              </a:rPr>
              <a:t>veniam</a:t>
            </a:r>
            <a:r>
              <a:rPr lang="en-US" sz="3600" dirty="0">
                <a:latin typeface="Trebuchet MS" panose="020B0703020202090204" pitchFamily="34" charset="0"/>
              </a:rPr>
              <a:t>, </a:t>
            </a:r>
            <a:r>
              <a:rPr lang="en-US" sz="3600" dirty="0" err="1">
                <a:latin typeface="Trebuchet MS" panose="020B0703020202090204" pitchFamily="34" charset="0"/>
              </a:rPr>
              <a:t>quis</a:t>
            </a:r>
            <a:r>
              <a:rPr lang="en-US" sz="3600" dirty="0">
                <a:latin typeface="Trebuchet MS" panose="020B0703020202090204" pitchFamily="34" charset="0"/>
              </a:rPr>
              <a:t> </a:t>
            </a:r>
            <a:r>
              <a:rPr lang="en-US" sz="3600" dirty="0" err="1">
                <a:latin typeface="Trebuchet MS" panose="020B0703020202090204" pitchFamily="34" charset="0"/>
              </a:rPr>
              <a:t>nostrud</a:t>
            </a:r>
            <a:r>
              <a:rPr lang="en-US" sz="3600" dirty="0">
                <a:latin typeface="Trebuchet MS" panose="020B0703020202090204" pitchFamily="34" charset="0"/>
              </a:rPr>
              <a:t> exercitation </a:t>
            </a:r>
            <a:r>
              <a:rPr lang="en-US" sz="3600" dirty="0" err="1">
                <a:latin typeface="Trebuchet MS" panose="020B0703020202090204" pitchFamily="34" charset="0"/>
              </a:rPr>
              <a:t>ullamco</a:t>
            </a:r>
            <a:r>
              <a:rPr lang="en-US" sz="3600" dirty="0">
                <a:latin typeface="Trebuchet MS" panose="020B0703020202090204" pitchFamily="34" charset="0"/>
              </a:rPr>
              <a:t> </a:t>
            </a:r>
            <a:r>
              <a:rPr lang="en-US" sz="3600" dirty="0" err="1">
                <a:latin typeface="Trebuchet MS" panose="020B0703020202090204" pitchFamily="34" charset="0"/>
              </a:rPr>
              <a:t>laboris</a:t>
            </a:r>
            <a:r>
              <a:rPr lang="en-US" sz="3600" dirty="0">
                <a:latin typeface="Trebuchet MS" panose="020B0703020202090204" pitchFamily="34" charset="0"/>
              </a:rPr>
              <a:t> nisi </a:t>
            </a:r>
            <a:r>
              <a:rPr lang="en-US" sz="3600" dirty="0" err="1">
                <a:latin typeface="Trebuchet MS" panose="020B0703020202090204" pitchFamily="34" charset="0"/>
              </a:rPr>
              <a:t>ut</a:t>
            </a:r>
            <a:r>
              <a:rPr lang="en-US" sz="3600" dirty="0">
                <a:latin typeface="Trebuchet MS" panose="020B0703020202090204" pitchFamily="34" charset="0"/>
              </a:rPr>
              <a:t> </a:t>
            </a:r>
            <a:r>
              <a:rPr lang="en-US" sz="3600" dirty="0" err="1">
                <a:latin typeface="Trebuchet MS" panose="020B0703020202090204" pitchFamily="34" charset="0"/>
              </a:rPr>
              <a:t>aliquip</a:t>
            </a:r>
            <a:r>
              <a:rPr lang="en-US" sz="3600" dirty="0">
                <a:latin typeface="Trebuchet MS" panose="020B0703020202090204" pitchFamily="34" charset="0"/>
              </a:rPr>
              <a:t> ex </a:t>
            </a:r>
            <a:r>
              <a:rPr lang="en-US" sz="3600" dirty="0" err="1">
                <a:latin typeface="Trebuchet MS" panose="020B0703020202090204" pitchFamily="34" charset="0"/>
              </a:rPr>
              <a:t>ea</a:t>
            </a:r>
            <a:r>
              <a:rPr lang="en-US" sz="3600" dirty="0">
                <a:latin typeface="Trebuchet MS" panose="020B0703020202090204" pitchFamily="34" charset="0"/>
              </a:rPr>
              <a:t> </a:t>
            </a:r>
            <a:r>
              <a:rPr lang="en-US" sz="3600" dirty="0" err="1">
                <a:latin typeface="Trebuchet MS" panose="020B0703020202090204" pitchFamily="34" charset="0"/>
              </a:rPr>
              <a:t>commodo</a:t>
            </a:r>
            <a:r>
              <a:rPr lang="en-US" sz="3600" dirty="0">
                <a:latin typeface="Trebuchet MS" panose="020B0703020202090204" pitchFamily="34" charset="0"/>
              </a:rPr>
              <a:t> </a:t>
            </a:r>
            <a:r>
              <a:rPr lang="en-US" sz="3600" dirty="0" err="1">
                <a:latin typeface="Trebuchet MS" panose="020B0703020202090204" pitchFamily="34" charset="0"/>
              </a:rPr>
              <a:t>consequat</a:t>
            </a:r>
            <a:r>
              <a:rPr lang="en-US" sz="3600" dirty="0">
                <a:latin typeface="Trebuchet MS" panose="020B0703020202090204" pitchFamily="34" charset="0"/>
              </a:rPr>
              <a:t>.</a:t>
            </a:r>
          </a:p>
        </p:txBody>
      </p:sp>
      <p:sp>
        <p:nvSpPr>
          <p:cNvPr id="35" name="TextBox 34">
            <a:extLst>
              <a:ext uri="{FF2B5EF4-FFF2-40B4-BE49-F238E27FC236}">
                <a16:creationId xmlns:a16="http://schemas.microsoft.com/office/drawing/2014/main" id="{57C8E8BB-B557-4597-85EB-ABC1E3028394}"/>
              </a:ext>
            </a:extLst>
          </p:cNvPr>
          <p:cNvSpPr txBox="1"/>
          <p:nvPr/>
        </p:nvSpPr>
        <p:spPr>
          <a:xfrm>
            <a:off x="15087600" y="5290951"/>
            <a:ext cx="13716000" cy="914400"/>
          </a:xfrm>
          <a:prstGeom prst="rect">
            <a:avLst/>
          </a:prstGeom>
          <a:solidFill>
            <a:srgbClr val="BD8B13"/>
          </a:solidFill>
        </p:spPr>
        <p:txBody>
          <a:bodyPr wrap="square" rtlCol="0" anchor="ctr">
            <a:spAutoFit/>
          </a:bodyPr>
          <a:lstStyle/>
          <a:p>
            <a:pPr algn="ctr"/>
            <a:r>
              <a:rPr lang="en-US" sz="4000" b="1" spc="300" baseline="0" dirty="0">
                <a:solidFill>
                  <a:schemeClr val="bg1"/>
                </a:solidFill>
                <a:effectLst/>
                <a:latin typeface="Georgia" panose="02040502050405020303" pitchFamily="18" charset="0"/>
                <a:ea typeface="Aptos" panose="020B0004020202020204" pitchFamily="34" charset="0"/>
                <a:cs typeface="Times New Roman" panose="02020603050405020304" pitchFamily="18" charset="0"/>
              </a:rPr>
              <a:t>Results</a:t>
            </a:r>
            <a:endParaRPr lang="en-US" sz="4000" b="1" spc="300" baseline="0" dirty="0">
              <a:solidFill>
                <a:schemeClr val="bg1"/>
              </a:solidFill>
              <a:latin typeface="Georgia" panose="02040502050405020303" pitchFamily="18" charset="0"/>
            </a:endParaRPr>
          </a:p>
        </p:txBody>
      </p:sp>
      <p:pic>
        <p:nvPicPr>
          <p:cNvPr id="36" name="Picture 35">
            <a:extLst>
              <a:ext uri="{FF2B5EF4-FFF2-40B4-BE49-F238E27FC236}">
                <a16:creationId xmlns:a16="http://schemas.microsoft.com/office/drawing/2014/main" id="{21B0BB09-934C-3E6C-C1BA-FF9B132EF906}"/>
              </a:ext>
            </a:extLst>
          </p:cNvPr>
          <p:cNvPicPr>
            <a:picLocks noChangeAspect="1"/>
          </p:cNvPicPr>
          <p:nvPr/>
        </p:nvPicPr>
        <p:blipFill>
          <a:blip r:embed="rId3"/>
          <a:stretch>
            <a:fillRect/>
          </a:stretch>
        </p:blipFill>
        <p:spPr>
          <a:xfrm>
            <a:off x="15078335" y="11890742"/>
            <a:ext cx="13716000" cy="7715250"/>
          </a:xfrm>
          <a:prstGeom prst="rect">
            <a:avLst/>
          </a:prstGeom>
        </p:spPr>
      </p:pic>
      <p:pic>
        <p:nvPicPr>
          <p:cNvPr id="37" name="Picture 36">
            <a:extLst>
              <a:ext uri="{FF2B5EF4-FFF2-40B4-BE49-F238E27FC236}">
                <a16:creationId xmlns:a16="http://schemas.microsoft.com/office/drawing/2014/main" id="{D3A132EA-49B4-5462-EFA5-D2EEDB7BB26A}"/>
              </a:ext>
            </a:extLst>
          </p:cNvPr>
          <p:cNvPicPr>
            <a:picLocks noChangeAspect="1"/>
          </p:cNvPicPr>
          <p:nvPr/>
        </p:nvPicPr>
        <p:blipFill>
          <a:blip r:embed="rId4"/>
          <a:stretch>
            <a:fillRect/>
          </a:stretch>
        </p:blipFill>
        <p:spPr>
          <a:xfrm>
            <a:off x="1524000" y="25224676"/>
            <a:ext cx="10972800" cy="6172200"/>
          </a:xfrm>
          <a:prstGeom prst="rect">
            <a:avLst/>
          </a:prstGeom>
        </p:spPr>
      </p:pic>
      <p:pic>
        <p:nvPicPr>
          <p:cNvPr id="38" name="Picture 37">
            <a:extLst>
              <a:ext uri="{FF2B5EF4-FFF2-40B4-BE49-F238E27FC236}">
                <a16:creationId xmlns:a16="http://schemas.microsoft.com/office/drawing/2014/main" id="{6A624D85-7D7C-6021-408C-A25482786F9D}"/>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369747" y="10910335"/>
            <a:ext cx="5029200" cy="5849374"/>
          </a:xfrm>
          <a:prstGeom prst="rect">
            <a:avLst/>
          </a:prstGeom>
        </p:spPr>
      </p:pic>
      <p:pic>
        <p:nvPicPr>
          <p:cNvPr id="39" name="Picture 38">
            <a:extLst>
              <a:ext uri="{FF2B5EF4-FFF2-40B4-BE49-F238E27FC236}">
                <a16:creationId xmlns:a16="http://schemas.microsoft.com/office/drawing/2014/main" id="{E41A1D2D-F6E3-EB21-2749-CC055BD0420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7311494" y="10910335"/>
            <a:ext cx="5029200" cy="5849374"/>
          </a:xfrm>
          <a:prstGeom prst="rect">
            <a:avLst/>
          </a:prstGeom>
        </p:spPr>
      </p:pic>
      <p:sp>
        <p:nvSpPr>
          <p:cNvPr id="40" name="TextBox 39">
            <a:extLst>
              <a:ext uri="{FF2B5EF4-FFF2-40B4-BE49-F238E27FC236}">
                <a16:creationId xmlns:a16="http://schemas.microsoft.com/office/drawing/2014/main" id="{455D2C57-0E06-2CC0-A7A8-6AB0A45815E6}"/>
              </a:ext>
            </a:extLst>
          </p:cNvPr>
          <p:cNvSpPr txBox="1"/>
          <p:nvPr/>
        </p:nvSpPr>
        <p:spPr>
          <a:xfrm>
            <a:off x="31236441" y="5295538"/>
            <a:ext cx="10970947" cy="3693319"/>
          </a:xfrm>
          <a:prstGeom prst="rect">
            <a:avLst/>
          </a:prstGeom>
          <a:noFill/>
          <a:ln w="6350">
            <a:solidFill>
              <a:srgbClr val="BD8B13"/>
            </a:solidFill>
          </a:ln>
        </p:spPr>
        <p:txBody>
          <a:bodyPr wrap="square" lIns="365760" tIns="1097280" rIns="365760" bIns="365760" rtlCol="0">
            <a:spAutoFit/>
          </a:bodyPr>
          <a:lstStyle/>
          <a:p>
            <a:r>
              <a:rPr lang="en-US" sz="3600" dirty="0">
                <a:effectLst/>
                <a:latin typeface="Trebuchet MS" panose="020B0703020202090204" pitchFamily="34" charset="0"/>
                <a:ea typeface="Aptos" panose="020B0004020202020204" pitchFamily="34" charset="0"/>
                <a:cs typeface="Times New Roman" panose="02020603050405020304" pitchFamily="18" charset="0"/>
              </a:rPr>
              <a:t>This section informs the audience of where the research could be taken in the future based on what was learned through this experiment. This may be merged with Conclusion/Discussion. </a:t>
            </a:r>
          </a:p>
        </p:txBody>
      </p:sp>
      <p:sp>
        <p:nvSpPr>
          <p:cNvPr id="41" name="TextBox 40">
            <a:extLst>
              <a:ext uri="{FF2B5EF4-FFF2-40B4-BE49-F238E27FC236}">
                <a16:creationId xmlns:a16="http://schemas.microsoft.com/office/drawing/2014/main" id="{90752B0A-B591-9933-4620-1711E49EF989}"/>
              </a:ext>
            </a:extLst>
          </p:cNvPr>
          <p:cNvSpPr txBox="1"/>
          <p:nvPr/>
        </p:nvSpPr>
        <p:spPr>
          <a:xfrm>
            <a:off x="31236442" y="5295538"/>
            <a:ext cx="10970948" cy="914400"/>
          </a:xfrm>
          <a:prstGeom prst="rect">
            <a:avLst/>
          </a:prstGeom>
          <a:solidFill>
            <a:srgbClr val="5CB8B2"/>
          </a:solidFill>
        </p:spPr>
        <p:txBody>
          <a:bodyPr wrap="square" rtlCol="0" anchor="ctr">
            <a:spAutoFit/>
          </a:bodyPr>
          <a:lstStyle/>
          <a:p>
            <a:pPr algn="ctr"/>
            <a:r>
              <a:rPr lang="en-US" sz="4000" b="1" spc="300" baseline="0" dirty="0">
                <a:solidFill>
                  <a:schemeClr val="bg1"/>
                </a:solidFill>
                <a:effectLst/>
                <a:latin typeface="Georgia" panose="02040502050405020303" pitchFamily="18" charset="0"/>
                <a:ea typeface="Aptos" panose="020B0004020202020204" pitchFamily="34" charset="0"/>
                <a:cs typeface="Times New Roman" panose="02020603050405020304" pitchFamily="18" charset="0"/>
              </a:rPr>
              <a:t>Future Directions / Next Steps</a:t>
            </a:r>
            <a:endParaRPr lang="en-US" sz="4000" b="1" spc="300" baseline="0" dirty="0">
              <a:solidFill>
                <a:schemeClr val="bg1"/>
              </a:solidFill>
              <a:latin typeface="Georgia" panose="02040502050405020303" pitchFamily="18" charset="0"/>
            </a:endParaRPr>
          </a:p>
        </p:txBody>
      </p:sp>
      <p:sp>
        <p:nvSpPr>
          <p:cNvPr id="42" name="TextBox 41">
            <a:extLst>
              <a:ext uri="{FF2B5EF4-FFF2-40B4-BE49-F238E27FC236}">
                <a16:creationId xmlns:a16="http://schemas.microsoft.com/office/drawing/2014/main" id="{7EBDC676-0184-0DB0-FD48-8CF6C073AD51}"/>
              </a:ext>
            </a:extLst>
          </p:cNvPr>
          <p:cNvSpPr txBox="1"/>
          <p:nvPr/>
        </p:nvSpPr>
        <p:spPr>
          <a:xfrm>
            <a:off x="31388841" y="17932400"/>
            <a:ext cx="10970947" cy="5355312"/>
          </a:xfrm>
          <a:prstGeom prst="rect">
            <a:avLst/>
          </a:prstGeom>
          <a:noFill/>
          <a:ln w="6350">
            <a:solidFill>
              <a:srgbClr val="BD8B13"/>
            </a:solidFill>
          </a:ln>
        </p:spPr>
        <p:txBody>
          <a:bodyPr wrap="square" lIns="365760" tIns="1097280" rIns="365760" bIns="365760" rtlCol="0">
            <a:spAutoFit/>
          </a:bodyPr>
          <a:lstStyle/>
          <a:p>
            <a:pPr marL="0" indent="0">
              <a:buFont typeface="Arial" panose="020B0604020202020204" pitchFamily="34" charset="0"/>
              <a:buNone/>
            </a:pPr>
            <a:r>
              <a:rPr lang="en-US" sz="3600" dirty="0">
                <a:effectLst/>
                <a:latin typeface="Trebuchet MS" panose="020B0703020202090204" pitchFamily="34" charset="0"/>
                <a:ea typeface="Aptos" panose="020B0004020202020204" pitchFamily="34" charset="0"/>
                <a:cs typeface="Times New Roman" panose="02020603050405020304" pitchFamily="18" charset="0"/>
              </a:rPr>
              <a:t>The section attributes the sources of any information you have referenced or cited. Your introduction will always require citations.</a:t>
            </a:r>
          </a:p>
          <a:p>
            <a:pPr marL="0" indent="0">
              <a:buFont typeface="Arial" panose="020B0604020202020204" pitchFamily="34" charset="0"/>
              <a:buNone/>
            </a:pPr>
            <a:endParaRPr lang="en-US" sz="3600" dirty="0">
              <a:effectLst/>
              <a:latin typeface="Trebuchet MS" panose="020B0703020202090204" pitchFamily="34" charset="0"/>
              <a:ea typeface="Aptos" panose="020B0004020202020204" pitchFamily="34" charset="0"/>
              <a:cs typeface="Times New Roman" panose="02020603050405020304" pitchFamily="18" charset="0"/>
            </a:endParaRPr>
          </a:p>
          <a:p>
            <a:pPr marL="0" indent="0">
              <a:buFont typeface="Arial" panose="020B0604020202020204" pitchFamily="34" charset="0"/>
              <a:buNone/>
            </a:pPr>
            <a:r>
              <a:rPr lang="en-US" sz="3600" dirty="0">
                <a:effectLst/>
                <a:latin typeface="Trebuchet MS" panose="020B0703020202090204" pitchFamily="34" charset="0"/>
                <a:ea typeface="Aptos" panose="020B0004020202020204" pitchFamily="34" charset="0"/>
                <a:cs typeface="Times New Roman" panose="02020603050405020304" pitchFamily="18" charset="0"/>
              </a:rPr>
              <a:t>Citation 1</a:t>
            </a:r>
          </a:p>
          <a:p>
            <a:pPr marL="0" indent="0">
              <a:buFont typeface="Arial" panose="020B0604020202020204" pitchFamily="34" charset="0"/>
              <a:buNone/>
            </a:pPr>
            <a:r>
              <a:rPr lang="en-US" sz="3600" dirty="0">
                <a:effectLst/>
                <a:latin typeface="Trebuchet MS" panose="020B0703020202090204" pitchFamily="34" charset="0"/>
                <a:ea typeface="Aptos" panose="020B0004020202020204" pitchFamily="34" charset="0"/>
                <a:cs typeface="Times New Roman" panose="02020603050405020304" pitchFamily="18" charset="0"/>
              </a:rPr>
              <a:t>Citation 2</a:t>
            </a:r>
          </a:p>
          <a:p>
            <a:pPr marL="0" indent="0">
              <a:buFont typeface="Arial" panose="020B0604020202020204" pitchFamily="34" charset="0"/>
              <a:buNone/>
            </a:pPr>
            <a:r>
              <a:rPr lang="en-US" sz="3600" dirty="0">
                <a:effectLst/>
                <a:latin typeface="Trebuchet MS" panose="020B0703020202090204" pitchFamily="34" charset="0"/>
                <a:ea typeface="Aptos" panose="020B0004020202020204" pitchFamily="34" charset="0"/>
                <a:cs typeface="Times New Roman" panose="02020603050405020304" pitchFamily="18" charset="0"/>
              </a:rPr>
              <a:t>Citation 3</a:t>
            </a:r>
          </a:p>
        </p:txBody>
      </p:sp>
      <p:pic>
        <p:nvPicPr>
          <p:cNvPr id="43" name="Picture 42">
            <a:extLst>
              <a:ext uri="{FF2B5EF4-FFF2-40B4-BE49-F238E27FC236}">
                <a16:creationId xmlns:a16="http://schemas.microsoft.com/office/drawing/2014/main" id="{C3B9256F-98E7-4EE0-4DD5-6BE8FC2840BA}"/>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1236441" y="10910335"/>
            <a:ext cx="5029200" cy="5849374"/>
          </a:xfrm>
          <a:prstGeom prst="rect">
            <a:avLst/>
          </a:prstGeom>
        </p:spPr>
      </p:pic>
      <p:pic>
        <p:nvPicPr>
          <p:cNvPr id="44" name="Picture 43">
            <a:extLst>
              <a:ext uri="{FF2B5EF4-FFF2-40B4-BE49-F238E27FC236}">
                <a16:creationId xmlns:a16="http://schemas.microsoft.com/office/drawing/2014/main" id="{59CE4BF4-8284-99DB-85A2-8EF1829F1130}"/>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7178188" y="10910335"/>
            <a:ext cx="5029200" cy="5849374"/>
          </a:xfrm>
          <a:prstGeom prst="rect">
            <a:avLst/>
          </a:prstGeom>
        </p:spPr>
      </p:pic>
      <p:sp>
        <p:nvSpPr>
          <p:cNvPr id="45" name="TextBox 44">
            <a:extLst>
              <a:ext uri="{FF2B5EF4-FFF2-40B4-BE49-F238E27FC236}">
                <a16:creationId xmlns:a16="http://schemas.microsoft.com/office/drawing/2014/main" id="{C5772DE9-D57B-9D81-C174-7DC7E45E03B3}"/>
              </a:ext>
            </a:extLst>
          </p:cNvPr>
          <p:cNvSpPr txBox="1"/>
          <p:nvPr/>
        </p:nvSpPr>
        <p:spPr>
          <a:xfrm>
            <a:off x="31388842" y="17863741"/>
            <a:ext cx="10970948" cy="914400"/>
          </a:xfrm>
          <a:prstGeom prst="rect">
            <a:avLst/>
          </a:prstGeom>
          <a:solidFill>
            <a:srgbClr val="5CB8B2"/>
          </a:solidFill>
        </p:spPr>
        <p:txBody>
          <a:bodyPr wrap="square" rtlCol="0" anchor="ctr">
            <a:spAutoFit/>
          </a:bodyPr>
          <a:lstStyle/>
          <a:p>
            <a:pPr algn="ctr"/>
            <a:r>
              <a:rPr lang="en-US" sz="4000" b="1" spc="300" baseline="0" dirty="0">
                <a:solidFill>
                  <a:schemeClr val="bg1"/>
                </a:solidFill>
                <a:effectLst/>
                <a:latin typeface="Georgia" panose="02040502050405020303" pitchFamily="18" charset="0"/>
                <a:ea typeface="Aptos" panose="020B0004020202020204" pitchFamily="34" charset="0"/>
                <a:cs typeface="Times New Roman" panose="02020603050405020304" pitchFamily="18" charset="0"/>
              </a:rPr>
              <a:t>References</a:t>
            </a:r>
            <a:endParaRPr lang="en-US" sz="4000" b="1" spc="300" baseline="0" dirty="0">
              <a:solidFill>
                <a:schemeClr val="bg1"/>
              </a:solidFill>
              <a:latin typeface="Georgia" panose="02040502050405020303" pitchFamily="18" charset="0"/>
            </a:endParaRPr>
          </a:p>
        </p:txBody>
      </p:sp>
      <p:sp>
        <p:nvSpPr>
          <p:cNvPr id="46" name="TextBox 45">
            <a:extLst>
              <a:ext uri="{FF2B5EF4-FFF2-40B4-BE49-F238E27FC236}">
                <a16:creationId xmlns:a16="http://schemas.microsoft.com/office/drawing/2014/main" id="{A15A183E-A2F6-8A2B-3DF9-F44257003126}"/>
              </a:ext>
            </a:extLst>
          </p:cNvPr>
          <p:cNvSpPr txBox="1"/>
          <p:nvPr/>
        </p:nvSpPr>
        <p:spPr>
          <a:xfrm>
            <a:off x="31541241" y="25487566"/>
            <a:ext cx="10970947" cy="5909310"/>
          </a:xfrm>
          <a:prstGeom prst="rect">
            <a:avLst/>
          </a:prstGeom>
          <a:noFill/>
          <a:ln w="6350">
            <a:solidFill>
              <a:srgbClr val="BD8B13"/>
            </a:solidFill>
          </a:ln>
        </p:spPr>
        <p:txBody>
          <a:bodyPr wrap="square" lIns="365760" tIns="1097280" rIns="365760" bIns="365760" rtlCol="0">
            <a:spAutoFit/>
          </a:bodyPr>
          <a:lstStyle/>
          <a:p>
            <a:pPr marL="0" indent="0">
              <a:buFont typeface="Arial" panose="020B0604020202020204" pitchFamily="34" charset="0"/>
              <a:buNone/>
            </a:pPr>
            <a:r>
              <a:rPr lang="en-US" sz="3600" b="0" i="0" dirty="0">
                <a:effectLst/>
                <a:latin typeface="Trebuchet MS" panose="020B0703020202090204" pitchFamily="34" charset="0"/>
                <a:ea typeface="Aptos" panose="020B0004020202020204" pitchFamily="34" charset="0"/>
                <a:cs typeface="Times New Roman" panose="02020603050405020304" pitchFamily="18" charset="0"/>
              </a:rPr>
              <a:t>This section thanks contributing people, organizations and/or sponsors, including funders.</a:t>
            </a:r>
            <a:r>
              <a:rPr lang="en-US" sz="3600" b="0" i="0" dirty="0">
                <a:effectLst/>
                <a:latin typeface="Trebuchet MS" panose="020B0703020202090204" pitchFamily="34" charset="0"/>
              </a:rPr>
              <a:t> </a:t>
            </a:r>
            <a:endParaRPr lang="en-US" sz="3600" b="0" i="0" dirty="0">
              <a:effectLst/>
              <a:latin typeface="Trebuchet MS" panose="020B0703020202090204" pitchFamily="34" charset="0"/>
              <a:ea typeface="Aptos" panose="020B0004020202020204" pitchFamily="34" charset="0"/>
              <a:cs typeface="Times New Roman" panose="02020603050405020304" pitchFamily="18" charset="0"/>
            </a:endParaRPr>
          </a:p>
          <a:p>
            <a:pPr marL="0" indent="0">
              <a:buFont typeface="Arial" panose="020B0604020202020204" pitchFamily="34" charset="0"/>
              <a:buNone/>
            </a:pPr>
            <a:endParaRPr lang="en-US" sz="3600" b="0" i="0" dirty="0">
              <a:effectLst/>
              <a:latin typeface="Trebuchet MS" panose="020B0703020202090204" pitchFamily="34" charset="0"/>
              <a:ea typeface="Aptos" panose="020B0004020202020204" pitchFamily="34" charset="0"/>
              <a:cs typeface="Times New Roman" panose="02020603050405020304" pitchFamily="18" charset="0"/>
            </a:endParaRPr>
          </a:p>
          <a:p>
            <a:pPr marL="0" indent="0">
              <a:buFont typeface="Arial" panose="020B0604020202020204" pitchFamily="34" charset="0"/>
              <a:buNone/>
            </a:pPr>
            <a:r>
              <a:rPr lang="en-US" sz="3600" b="0" i="0" dirty="0">
                <a:effectLst/>
                <a:latin typeface="Trebuchet MS" panose="020B0703020202090204" pitchFamily="34" charset="0"/>
                <a:ea typeface="Aptos" panose="020B0004020202020204" pitchFamily="34" charset="0"/>
                <a:cs typeface="Times New Roman" panose="02020603050405020304" pitchFamily="18" charset="0"/>
              </a:rPr>
              <a:t>Name or Org 1</a:t>
            </a:r>
          </a:p>
          <a:p>
            <a:pPr marL="0" indent="0">
              <a:buFont typeface="Arial" panose="020B0604020202020204" pitchFamily="34" charset="0"/>
              <a:buNone/>
            </a:pPr>
            <a:r>
              <a:rPr lang="en-US" sz="3600" b="0" i="0" dirty="0">
                <a:effectLst/>
                <a:latin typeface="Trebuchet MS" panose="020B0703020202090204" pitchFamily="34" charset="0"/>
                <a:ea typeface="Aptos" panose="020B0004020202020204" pitchFamily="34" charset="0"/>
                <a:cs typeface="Times New Roman" panose="02020603050405020304" pitchFamily="18" charset="0"/>
              </a:rPr>
              <a:t>Name or Org 2</a:t>
            </a:r>
          </a:p>
          <a:p>
            <a:pPr marL="0" indent="0">
              <a:buFont typeface="Arial" panose="020B0604020202020204" pitchFamily="34" charset="0"/>
              <a:buNone/>
            </a:pPr>
            <a:r>
              <a:rPr lang="en-US" sz="3600" b="0" i="0" dirty="0">
                <a:effectLst/>
                <a:latin typeface="Trebuchet MS" panose="020B0703020202090204" pitchFamily="34" charset="0"/>
                <a:ea typeface="Aptos" panose="020B0004020202020204" pitchFamily="34" charset="0"/>
                <a:cs typeface="Times New Roman" panose="02020603050405020304" pitchFamily="18" charset="0"/>
              </a:rPr>
              <a:t>Name or)org 3</a:t>
            </a:r>
          </a:p>
          <a:p>
            <a:pPr marL="0" indent="0">
              <a:buFont typeface="Arial" panose="020B0604020202020204" pitchFamily="34" charset="0"/>
              <a:buNone/>
            </a:pPr>
            <a:endParaRPr lang="en-US" sz="3600" b="0" i="0" dirty="0">
              <a:effectLst/>
              <a:latin typeface="Trebuchet MS" panose="020B0703020202090204" pitchFamily="34" charset="0"/>
              <a:ea typeface="Aptos" panose="020B0004020202020204" pitchFamily="34" charset="0"/>
              <a:cs typeface="Times New Roman" panose="02020603050405020304" pitchFamily="18" charset="0"/>
            </a:endParaRPr>
          </a:p>
          <a:p>
            <a:pPr marL="0" indent="0">
              <a:buFont typeface="Arial" panose="020B0604020202020204" pitchFamily="34" charset="0"/>
              <a:buNone/>
            </a:pPr>
            <a:endParaRPr lang="en-US" sz="3600" b="0" i="0" dirty="0">
              <a:effectLst/>
              <a:latin typeface="Trebuchet MS" panose="020B0703020202090204" pitchFamily="34" charset="0"/>
              <a:ea typeface="Aptos" panose="020B0004020202020204" pitchFamily="34" charset="0"/>
              <a:cs typeface="Times New Roman" panose="02020603050405020304" pitchFamily="18" charset="0"/>
            </a:endParaRPr>
          </a:p>
        </p:txBody>
      </p:sp>
      <p:sp>
        <p:nvSpPr>
          <p:cNvPr id="47" name="TextBox 46">
            <a:extLst>
              <a:ext uri="{FF2B5EF4-FFF2-40B4-BE49-F238E27FC236}">
                <a16:creationId xmlns:a16="http://schemas.microsoft.com/office/drawing/2014/main" id="{7292753A-A502-7739-8E0F-F53C72F31C47}"/>
              </a:ext>
            </a:extLst>
          </p:cNvPr>
          <p:cNvSpPr txBox="1"/>
          <p:nvPr/>
        </p:nvSpPr>
        <p:spPr>
          <a:xfrm>
            <a:off x="31541242" y="25487566"/>
            <a:ext cx="10970948" cy="914400"/>
          </a:xfrm>
          <a:prstGeom prst="rect">
            <a:avLst/>
          </a:prstGeom>
          <a:solidFill>
            <a:srgbClr val="5CB8B2"/>
          </a:solidFill>
        </p:spPr>
        <p:txBody>
          <a:bodyPr wrap="square" rtlCol="0" anchor="ctr">
            <a:spAutoFit/>
          </a:bodyPr>
          <a:lstStyle/>
          <a:p>
            <a:pPr algn="ctr"/>
            <a:r>
              <a:rPr lang="en-US" sz="4000" b="1" spc="300" baseline="0" dirty="0">
                <a:solidFill>
                  <a:schemeClr val="bg1"/>
                </a:solidFill>
                <a:effectLst/>
                <a:latin typeface="Georgia" panose="02040502050405020303" pitchFamily="18" charset="0"/>
                <a:ea typeface="Aptos" panose="020B0004020202020204" pitchFamily="34" charset="0"/>
                <a:cs typeface="Times New Roman" panose="02020603050405020304" pitchFamily="18" charset="0"/>
              </a:rPr>
              <a:t>Acknowledgements</a:t>
            </a:r>
            <a:endParaRPr lang="en-US" sz="4000" b="1" spc="300" baseline="0" dirty="0">
              <a:solidFill>
                <a:schemeClr val="bg1"/>
              </a:solidFill>
              <a:latin typeface="Georgia" panose="02040502050405020303" pitchFamily="18" charset="0"/>
            </a:endParaRPr>
          </a:p>
        </p:txBody>
      </p:sp>
      <p:sp>
        <p:nvSpPr>
          <p:cNvPr id="48" name="TextBox 47">
            <a:extLst>
              <a:ext uri="{FF2B5EF4-FFF2-40B4-BE49-F238E27FC236}">
                <a16:creationId xmlns:a16="http://schemas.microsoft.com/office/drawing/2014/main" id="{67F8922A-75FF-8D2A-A495-696451D7359B}"/>
              </a:ext>
            </a:extLst>
          </p:cNvPr>
          <p:cNvSpPr txBox="1"/>
          <p:nvPr/>
        </p:nvSpPr>
        <p:spPr>
          <a:xfrm>
            <a:off x="1014147" y="558800"/>
            <a:ext cx="33936253" cy="1446550"/>
          </a:xfrm>
          <a:prstGeom prst="rect">
            <a:avLst/>
          </a:prstGeom>
          <a:noFill/>
        </p:spPr>
        <p:txBody>
          <a:bodyPr wrap="square" rtlCol="0">
            <a:spAutoFit/>
          </a:bodyPr>
          <a:lstStyle/>
          <a:p>
            <a:r>
              <a:rPr lang="en-US" sz="8800" b="0" i="0" dirty="0">
                <a:solidFill>
                  <a:schemeClr val="bg1"/>
                </a:solidFill>
                <a:latin typeface="Georgia" panose="02040502050405020303" pitchFamily="18" charset="0"/>
              </a:rPr>
              <a:t>Your research title here, capitalize only first word and proper nouns</a:t>
            </a:r>
          </a:p>
        </p:txBody>
      </p:sp>
      <p:sp>
        <p:nvSpPr>
          <p:cNvPr id="49" name="TextBox 48">
            <a:extLst>
              <a:ext uri="{FF2B5EF4-FFF2-40B4-BE49-F238E27FC236}">
                <a16:creationId xmlns:a16="http://schemas.microsoft.com/office/drawing/2014/main" id="{182644A6-00BA-B76C-07C3-32AB526B7D82}"/>
              </a:ext>
            </a:extLst>
          </p:cNvPr>
          <p:cNvSpPr txBox="1"/>
          <p:nvPr/>
        </p:nvSpPr>
        <p:spPr>
          <a:xfrm>
            <a:off x="1166547" y="2489200"/>
            <a:ext cx="33936253" cy="769441"/>
          </a:xfrm>
          <a:prstGeom prst="rect">
            <a:avLst/>
          </a:prstGeom>
          <a:noFill/>
        </p:spPr>
        <p:txBody>
          <a:bodyPr wrap="square" rtlCol="0">
            <a:spAutoFit/>
          </a:bodyPr>
          <a:lstStyle/>
          <a:p>
            <a:r>
              <a:rPr lang="en-US" sz="4400" b="0" i="0" dirty="0">
                <a:solidFill>
                  <a:schemeClr val="bg1"/>
                </a:solidFill>
                <a:latin typeface="Georgia" panose="02040502050405020303" pitchFamily="18" charset="0"/>
              </a:rPr>
              <a:t>Name One, Name Two, Name Three &amp; Other Names. Faculty Name, Faculty Department</a:t>
            </a:r>
          </a:p>
        </p:txBody>
      </p:sp>
    </p:spTree>
    <p:extLst>
      <p:ext uri="{BB962C8B-B14F-4D97-AF65-F5344CB8AC3E}">
        <p14:creationId xmlns:p14="http://schemas.microsoft.com/office/powerpoint/2010/main" val="502207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B822C3-A3BE-4E17-EC56-27B26F0B407E}"/>
              </a:ext>
            </a:extLst>
          </p:cNvPr>
          <p:cNvPicPr>
            <a:picLocks noChangeAspect="1"/>
          </p:cNvPicPr>
          <p:nvPr/>
        </p:nvPicPr>
        <p:blipFill rotWithShape="1">
          <a:blip r:embed="rId2">
            <a:extLst>
              <a:ext uri="{28A0092B-C50C-407E-A947-70E740481C1C}">
                <a14:useLocalDpi xmlns:a14="http://schemas.microsoft.com/office/drawing/2010/main"/>
              </a:ext>
            </a:extLst>
          </a:blip>
          <a:srcRect t="-1" r="18333" b="87317"/>
          <a:stretch/>
        </p:blipFill>
        <p:spPr>
          <a:xfrm>
            <a:off x="0" y="836"/>
            <a:ext cx="43925552" cy="4178808"/>
          </a:xfrm>
          <a:prstGeom prst="rect">
            <a:avLst/>
          </a:prstGeom>
        </p:spPr>
      </p:pic>
      <p:sp>
        <p:nvSpPr>
          <p:cNvPr id="5" name="TextBox 4">
            <a:extLst>
              <a:ext uri="{FF2B5EF4-FFF2-40B4-BE49-F238E27FC236}">
                <a16:creationId xmlns:a16="http://schemas.microsoft.com/office/drawing/2014/main" id="{73CAEEE8-EC96-5B4E-D76C-36C1544EBEA8}"/>
              </a:ext>
            </a:extLst>
          </p:cNvPr>
          <p:cNvSpPr txBox="1"/>
          <p:nvPr/>
        </p:nvSpPr>
        <p:spPr>
          <a:xfrm>
            <a:off x="15082966" y="20724044"/>
            <a:ext cx="13716000" cy="10578345"/>
          </a:xfrm>
          <a:prstGeom prst="rect">
            <a:avLst/>
          </a:prstGeom>
          <a:noFill/>
          <a:ln w="6350">
            <a:solidFill>
              <a:srgbClr val="BD8B13"/>
            </a:solidFill>
          </a:ln>
        </p:spPr>
        <p:txBody>
          <a:bodyPr wrap="square" lIns="365760" tIns="1097280" rIns="365760" bIns="365760" rtlCol="0">
            <a:spAutoFit/>
          </a:bodyPr>
          <a:lstStyle/>
          <a:p>
            <a:pPr marL="0" marR="0" lvl="0" indent="0">
              <a:lnSpc>
                <a:spcPct val="115000"/>
              </a:lnSpc>
              <a:spcBef>
                <a:spcPts val="1200"/>
              </a:spcBef>
              <a:spcAft>
                <a:spcPts val="500"/>
              </a:spcAft>
              <a:buSzPts val="1000"/>
              <a:buFont typeface="Symbol" pitchFamily="2" charset="2"/>
              <a:buNone/>
              <a:tabLst>
                <a:tab pos="457200" algn="l"/>
              </a:tabLst>
            </a:pPr>
            <a:r>
              <a:rPr lang="en-US" sz="3600" dirty="0">
                <a:effectLst/>
                <a:latin typeface="Trebuchet MS" panose="020B0703020202090204" pitchFamily="34" charset="0"/>
                <a:ea typeface="Times New Roman" panose="02020603050405020304" pitchFamily="18" charset="0"/>
              </a:rPr>
              <a:t>This section tells the audience what was accomplished and sums up the experiment by making a judgment or decision reached based on logic and reason.</a:t>
            </a:r>
          </a:p>
          <a:p>
            <a:pPr marL="0" marR="0" lvl="0" indent="0">
              <a:lnSpc>
                <a:spcPct val="115000"/>
              </a:lnSpc>
              <a:spcBef>
                <a:spcPts val="1200"/>
              </a:spcBef>
              <a:spcAft>
                <a:spcPts val="500"/>
              </a:spcAft>
              <a:buSzPts val="1000"/>
              <a:buFont typeface="Symbol" pitchFamily="2" charset="2"/>
              <a:buNone/>
              <a:tabLst>
                <a:tab pos="457200" algn="l"/>
              </a:tabLst>
            </a:pPr>
            <a:r>
              <a:rPr lang="en-US" sz="3600" dirty="0">
                <a:latin typeface="Trebuchet MS" panose="020B0703020202090204" pitchFamily="34" charset="0"/>
              </a:rPr>
              <a:t>Lorem ipsum dolor sit </a:t>
            </a:r>
            <a:r>
              <a:rPr lang="en-US" sz="3600" dirty="0" err="1">
                <a:latin typeface="Trebuchet MS" panose="020B0703020202090204" pitchFamily="34" charset="0"/>
              </a:rPr>
              <a:t>amet</a:t>
            </a:r>
            <a:r>
              <a:rPr lang="en-US" sz="3600" dirty="0">
                <a:latin typeface="Trebuchet MS" panose="020B0703020202090204" pitchFamily="34" charset="0"/>
              </a:rPr>
              <a:t>, </a:t>
            </a:r>
            <a:r>
              <a:rPr lang="en-US" sz="3600" dirty="0" err="1">
                <a:latin typeface="Trebuchet MS" panose="020B0703020202090204" pitchFamily="34" charset="0"/>
              </a:rPr>
              <a:t>consectetur</a:t>
            </a:r>
            <a:r>
              <a:rPr lang="en-US" sz="3600" dirty="0">
                <a:latin typeface="Trebuchet MS" panose="020B0703020202090204" pitchFamily="34" charset="0"/>
              </a:rPr>
              <a:t> </a:t>
            </a:r>
            <a:r>
              <a:rPr lang="en-US" sz="3600" dirty="0" err="1">
                <a:latin typeface="Trebuchet MS" panose="020B0703020202090204" pitchFamily="34" charset="0"/>
              </a:rPr>
              <a:t>adipiscing</a:t>
            </a:r>
            <a:r>
              <a:rPr lang="en-US" sz="3600" dirty="0">
                <a:latin typeface="Trebuchet MS" panose="020B0703020202090204" pitchFamily="34" charset="0"/>
              </a:rPr>
              <a:t> </a:t>
            </a:r>
            <a:r>
              <a:rPr lang="en-US" sz="3600" dirty="0" err="1">
                <a:latin typeface="Trebuchet MS" panose="020B0703020202090204" pitchFamily="34" charset="0"/>
              </a:rPr>
              <a:t>elit</a:t>
            </a:r>
            <a:r>
              <a:rPr lang="en-US" sz="3600" dirty="0">
                <a:latin typeface="Trebuchet MS" panose="020B0703020202090204" pitchFamily="34" charset="0"/>
              </a:rPr>
              <a:t>, sed do </a:t>
            </a:r>
            <a:r>
              <a:rPr lang="en-US" sz="3600" dirty="0" err="1">
                <a:latin typeface="Trebuchet MS" panose="020B0703020202090204" pitchFamily="34" charset="0"/>
              </a:rPr>
              <a:t>eiusmod</a:t>
            </a:r>
            <a:r>
              <a:rPr lang="en-US" sz="3600" dirty="0">
                <a:latin typeface="Trebuchet MS" panose="020B0703020202090204" pitchFamily="34" charset="0"/>
              </a:rPr>
              <a:t> </a:t>
            </a:r>
            <a:r>
              <a:rPr lang="en-US" sz="3600" dirty="0" err="1">
                <a:latin typeface="Trebuchet MS" panose="020B0703020202090204" pitchFamily="34" charset="0"/>
              </a:rPr>
              <a:t>tempor</a:t>
            </a:r>
            <a:r>
              <a:rPr lang="en-US" sz="3600" dirty="0">
                <a:latin typeface="Trebuchet MS" panose="020B0703020202090204" pitchFamily="34" charset="0"/>
              </a:rPr>
              <a:t> </a:t>
            </a:r>
            <a:r>
              <a:rPr lang="en-US" sz="3600" dirty="0" err="1">
                <a:latin typeface="Trebuchet MS" panose="020B0703020202090204" pitchFamily="34" charset="0"/>
              </a:rPr>
              <a:t>incididunt</a:t>
            </a:r>
            <a:r>
              <a:rPr lang="en-US" sz="3600" dirty="0">
                <a:latin typeface="Trebuchet MS" panose="020B0703020202090204" pitchFamily="34" charset="0"/>
              </a:rPr>
              <a:t> </a:t>
            </a:r>
            <a:r>
              <a:rPr lang="en-US" sz="3600" dirty="0" err="1">
                <a:latin typeface="Trebuchet MS" panose="020B0703020202090204" pitchFamily="34" charset="0"/>
              </a:rPr>
              <a:t>ut</a:t>
            </a:r>
            <a:r>
              <a:rPr lang="en-US" sz="3600" dirty="0">
                <a:latin typeface="Trebuchet MS" panose="020B0703020202090204" pitchFamily="34" charset="0"/>
              </a:rPr>
              <a:t> labore et dolore magna </a:t>
            </a:r>
            <a:r>
              <a:rPr lang="en-US" sz="3600" dirty="0" err="1">
                <a:latin typeface="Trebuchet MS" panose="020B0703020202090204" pitchFamily="34" charset="0"/>
              </a:rPr>
              <a:t>aliqua</a:t>
            </a:r>
            <a:r>
              <a:rPr lang="en-US" sz="3600" dirty="0">
                <a:latin typeface="Trebuchet MS" panose="020B0703020202090204" pitchFamily="34" charset="0"/>
              </a:rPr>
              <a:t>. Ut </a:t>
            </a:r>
            <a:r>
              <a:rPr lang="en-US" sz="3600" dirty="0" err="1">
                <a:latin typeface="Trebuchet MS" panose="020B0703020202090204" pitchFamily="34" charset="0"/>
              </a:rPr>
              <a:t>enim</a:t>
            </a:r>
            <a:r>
              <a:rPr lang="en-US" sz="3600" dirty="0">
                <a:latin typeface="Trebuchet MS" panose="020B0703020202090204" pitchFamily="34" charset="0"/>
              </a:rPr>
              <a:t> ad minim </a:t>
            </a:r>
            <a:r>
              <a:rPr lang="en-US" sz="3600" dirty="0" err="1">
                <a:latin typeface="Trebuchet MS" panose="020B0703020202090204" pitchFamily="34" charset="0"/>
              </a:rPr>
              <a:t>veniam</a:t>
            </a:r>
            <a:r>
              <a:rPr lang="en-US" sz="3600" dirty="0">
                <a:latin typeface="Trebuchet MS" panose="020B0703020202090204" pitchFamily="34" charset="0"/>
              </a:rPr>
              <a:t>, </a:t>
            </a:r>
            <a:r>
              <a:rPr lang="en-US" sz="3600" dirty="0" err="1">
                <a:latin typeface="Trebuchet MS" panose="020B0703020202090204" pitchFamily="34" charset="0"/>
              </a:rPr>
              <a:t>quis</a:t>
            </a:r>
            <a:r>
              <a:rPr lang="en-US" sz="3600" dirty="0">
                <a:latin typeface="Trebuchet MS" panose="020B0703020202090204" pitchFamily="34" charset="0"/>
              </a:rPr>
              <a:t> </a:t>
            </a:r>
            <a:r>
              <a:rPr lang="en-US" sz="3600" dirty="0" err="1">
                <a:latin typeface="Trebuchet MS" panose="020B0703020202090204" pitchFamily="34" charset="0"/>
              </a:rPr>
              <a:t>nostrud</a:t>
            </a:r>
            <a:r>
              <a:rPr lang="en-US" sz="3600" dirty="0">
                <a:latin typeface="Trebuchet MS" panose="020B0703020202090204" pitchFamily="34" charset="0"/>
              </a:rPr>
              <a:t> exercitation </a:t>
            </a:r>
            <a:r>
              <a:rPr lang="en-US" sz="3600" dirty="0" err="1">
                <a:latin typeface="Trebuchet MS" panose="020B0703020202090204" pitchFamily="34" charset="0"/>
              </a:rPr>
              <a:t>ullamco</a:t>
            </a:r>
            <a:r>
              <a:rPr lang="en-US" sz="3600" dirty="0">
                <a:latin typeface="Trebuchet MS" panose="020B0703020202090204" pitchFamily="34" charset="0"/>
              </a:rPr>
              <a:t> </a:t>
            </a:r>
            <a:r>
              <a:rPr lang="en-US" sz="3600" dirty="0" err="1">
                <a:latin typeface="Trebuchet MS" panose="020B0703020202090204" pitchFamily="34" charset="0"/>
              </a:rPr>
              <a:t>laboris</a:t>
            </a:r>
            <a:r>
              <a:rPr lang="en-US" sz="3600" dirty="0">
                <a:latin typeface="Trebuchet MS" panose="020B0703020202090204" pitchFamily="34" charset="0"/>
              </a:rPr>
              <a:t> nisi </a:t>
            </a:r>
            <a:r>
              <a:rPr lang="en-US" sz="3600" dirty="0" err="1">
                <a:latin typeface="Trebuchet MS" panose="020B0703020202090204" pitchFamily="34" charset="0"/>
              </a:rPr>
              <a:t>ut</a:t>
            </a:r>
            <a:r>
              <a:rPr lang="en-US" sz="3600" dirty="0">
                <a:latin typeface="Trebuchet MS" panose="020B0703020202090204" pitchFamily="34" charset="0"/>
              </a:rPr>
              <a:t> </a:t>
            </a:r>
            <a:r>
              <a:rPr lang="en-US" sz="3600" dirty="0" err="1">
                <a:latin typeface="Trebuchet MS" panose="020B0703020202090204" pitchFamily="34" charset="0"/>
              </a:rPr>
              <a:t>aliquip</a:t>
            </a:r>
            <a:r>
              <a:rPr lang="en-US" sz="3600" dirty="0">
                <a:latin typeface="Trebuchet MS" panose="020B0703020202090204" pitchFamily="34" charset="0"/>
              </a:rPr>
              <a:t> ex </a:t>
            </a:r>
            <a:r>
              <a:rPr lang="en-US" sz="3600" dirty="0" err="1">
                <a:latin typeface="Trebuchet MS" panose="020B0703020202090204" pitchFamily="34" charset="0"/>
              </a:rPr>
              <a:t>ea</a:t>
            </a:r>
            <a:r>
              <a:rPr lang="en-US" sz="3600" dirty="0">
                <a:latin typeface="Trebuchet MS" panose="020B0703020202090204" pitchFamily="34" charset="0"/>
              </a:rPr>
              <a:t> </a:t>
            </a:r>
            <a:r>
              <a:rPr lang="en-US" sz="3600" dirty="0" err="1">
                <a:latin typeface="Trebuchet MS" panose="020B0703020202090204" pitchFamily="34" charset="0"/>
              </a:rPr>
              <a:t>commodo</a:t>
            </a:r>
            <a:r>
              <a:rPr lang="en-US" sz="3600" dirty="0">
                <a:latin typeface="Trebuchet MS" panose="020B0703020202090204" pitchFamily="34" charset="0"/>
              </a:rPr>
              <a:t> </a:t>
            </a:r>
            <a:r>
              <a:rPr lang="en-US" sz="3600" dirty="0" err="1">
                <a:latin typeface="Trebuchet MS" panose="020B0703020202090204" pitchFamily="34" charset="0"/>
              </a:rPr>
              <a:t>consequat</a:t>
            </a:r>
            <a:r>
              <a:rPr lang="en-US" sz="3600" dirty="0">
                <a:latin typeface="Trebuchet MS" panose="020B0703020202090204" pitchFamily="34" charset="0"/>
              </a:rPr>
              <a:t>.</a:t>
            </a:r>
          </a:p>
          <a:p>
            <a:pPr marL="0" marR="0" lvl="0" indent="0" algn="l" defTabSz="1843430" rtl="0" eaLnBrk="1" fontAlgn="auto" latinLnBrk="0" hangingPunct="1">
              <a:lnSpc>
                <a:spcPct val="115000"/>
              </a:lnSpc>
              <a:spcBef>
                <a:spcPts val="1200"/>
              </a:spcBef>
              <a:spcAft>
                <a:spcPts val="500"/>
              </a:spcAft>
              <a:buClrTx/>
              <a:buSzPts val="1000"/>
              <a:buFont typeface="Symbol" pitchFamily="2" charset="2"/>
              <a:buNone/>
              <a:tabLst>
                <a:tab pos="457200" algn="l"/>
              </a:tabLst>
              <a:defRPr/>
            </a:pPr>
            <a:r>
              <a:rPr lang="en-US" sz="3600" dirty="0">
                <a:latin typeface="Trebuchet MS" panose="020B0703020202090204" pitchFamily="34" charset="0"/>
              </a:rPr>
              <a:t>Duis </a:t>
            </a:r>
            <a:r>
              <a:rPr lang="en-US" sz="3600" dirty="0" err="1">
                <a:latin typeface="Trebuchet MS" panose="020B0703020202090204" pitchFamily="34" charset="0"/>
              </a:rPr>
              <a:t>aute</a:t>
            </a:r>
            <a:r>
              <a:rPr lang="en-US" sz="3600" dirty="0">
                <a:latin typeface="Trebuchet MS" panose="020B0703020202090204" pitchFamily="34" charset="0"/>
              </a:rPr>
              <a:t> </a:t>
            </a:r>
            <a:r>
              <a:rPr lang="en-US" sz="3600" dirty="0" err="1">
                <a:latin typeface="Trebuchet MS" panose="020B0703020202090204" pitchFamily="34" charset="0"/>
              </a:rPr>
              <a:t>irure</a:t>
            </a:r>
            <a:r>
              <a:rPr lang="en-US" sz="3600" dirty="0">
                <a:latin typeface="Trebuchet MS" panose="020B0703020202090204" pitchFamily="34" charset="0"/>
              </a:rPr>
              <a:t> dolor in </a:t>
            </a:r>
            <a:r>
              <a:rPr lang="en-US" sz="3600" dirty="0" err="1">
                <a:latin typeface="Trebuchet MS" panose="020B0703020202090204" pitchFamily="34" charset="0"/>
              </a:rPr>
              <a:t>reprehenderit</a:t>
            </a:r>
            <a:r>
              <a:rPr lang="en-US" sz="3600" dirty="0">
                <a:latin typeface="Trebuchet MS" panose="020B0703020202090204" pitchFamily="34" charset="0"/>
              </a:rPr>
              <a:t> in </a:t>
            </a:r>
            <a:r>
              <a:rPr lang="en-US" sz="3600" dirty="0" err="1">
                <a:latin typeface="Trebuchet MS" panose="020B0703020202090204" pitchFamily="34" charset="0"/>
              </a:rPr>
              <a:t>voluptate</a:t>
            </a:r>
            <a:r>
              <a:rPr lang="en-US" sz="3600" dirty="0">
                <a:latin typeface="Trebuchet MS" panose="020B0703020202090204" pitchFamily="34" charset="0"/>
              </a:rPr>
              <a:t> </a:t>
            </a:r>
            <a:r>
              <a:rPr lang="en-US" sz="3600" dirty="0" err="1">
                <a:latin typeface="Trebuchet MS" panose="020B0703020202090204" pitchFamily="34" charset="0"/>
              </a:rPr>
              <a:t>velit</a:t>
            </a:r>
            <a:r>
              <a:rPr lang="en-US" sz="3600" dirty="0">
                <a:latin typeface="Trebuchet MS" panose="020B0703020202090204" pitchFamily="34" charset="0"/>
              </a:rPr>
              <a:t> </a:t>
            </a:r>
            <a:r>
              <a:rPr lang="en-US" sz="3600" dirty="0" err="1">
                <a:latin typeface="Trebuchet MS" panose="020B0703020202090204" pitchFamily="34" charset="0"/>
              </a:rPr>
              <a:t>esse</a:t>
            </a:r>
            <a:r>
              <a:rPr lang="en-US" sz="3600" dirty="0">
                <a:latin typeface="Trebuchet MS" panose="020B0703020202090204" pitchFamily="34" charset="0"/>
              </a:rPr>
              <a:t> </a:t>
            </a:r>
            <a:r>
              <a:rPr lang="en-US" sz="3600" dirty="0" err="1">
                <a:latin typeface="Trebuchet MS" panose="020B0703020202090204" pitchFamily="34" charset="0"/>
              </a:rPr>
              <a:t>cillum</a:t>
            </a:r>
            <a:r>
              <a:rPr lang="en-US" sz="3600" dirty="0">
                <a:latin typeface="Trebuchet MS" panose="020B0703020202090204" pitchFamily="34" charset="0"/>
              </a:rPr>
              <a:t> dolore </a:t>
            </a:r>
            <a:r>
              <a:rPr lang="en-US" sz="3600" dirty="0" err="1">
                <a:latin typeface="Trebuchet MS" panose="020B0703020202090204" pitchFamily="34" charset="0"/>
              </a:rPr>
              <a:t>eu</a:t>
            </a:r>
            <a:r>
              <a:rPr lang="en-US" sz="3600" dirty="0">
                <a:latin typeface="Trebuchet MS" panose="020B0703020202090204" pitchFamily="34" charset="0"/>
              </a:rPr>
              <a:t> </a:t>
            </a:r>
            <a:r>
              <a:rPr lang="en-US" sz="3600" dirty="0" err="1">
                <a:latin typeface="Trebuchet MS" panose="020B0703020202090204" pitchFamily="34" charset="0"/>
              </a:rPr>
              <a:t>fugiat</a:t>
            </a:r>
            <a:r>
              <a:rPr lang="en-US" sz="3600" dirty="0">
                <a:latin typeface="Trebuchet MS" panose="020B0703020202090204" pitchFamily="34" charset="0"/>
              </a:rPr>
              <a:t> </a:t>
            </a:r>
            <a:r>
              <a:rPr lang="en-US" sz="3600" dirty="0" err="1">
                <a:latin typeface="Trebuchet MS" panose="020B0703020202090204" pitchFamily="34" charset="0"/>
              </a:rPr>
              <a:t>nulla</a:t>
            </a:r>
            <a:r>
              <a:rPr lang="en-US" sz="3600" dirty="0">
                <a:latin typeface="Trebuchet MS" panose="020B0703020202090204" pitchFamily="34" charset="0"/>
              </a:rPr>
              <a:t> </a:t>
            </a:r>
            <a:r>
              <a:rPr lang="en-US" sz="3600" dirty="0" err="1">
                <a:latin typeface="Trebuchet MS" panose="020B0703020202090204" pitchFamily="34" charset="0"/>
              </a:rPr>
              <a:t>pariatur</a:t>
            </a:r>
            <a:r>
              <a:rPr lang="en-US" sz="3600" dirty="0">
                <a:latin typeface="Trebuchet MS" panose="020B0703020202090204" pitchFamily="34" charset="0"/>
              </a:rPr>
              <a:t>. </a:t>
            </a:r>
            <a:r>
              <a:rPr lang="en-US" sz="3600" dirty="0" err="1">
                <a:latin typeface="Trebuchet MS" panose="020B0703020202090204" pitchFamily="34" charset="0"/>
              </a:rPr>
              <a:t>Excepteur</a:t>
            </a:r>
            <a:r>
              <a:rPr lang="en-US" sz="3600" dirty="0">
                <a:latin typeface="Trebuchet MS" panose="020B0703020202090204" pitchFamily="34" charset="0"/>
              </a:rPr>
              <a:t> </a:t>
            </a:r>
            <a:r>
              <a:rPr lang="en-US" sz="3600" dirty="0" err="1">
                <a:latin typeface="Trebuchet MS" panose="020B0703020202090204" pitchFamily="34" charset="0"/>
              </a:rPr>
              <a:t>sint</a:t>
            </a:r>
            <a:r>
              <a:rPr lang="en-US" sz="3600" dirty="0">
                <a:latin typeface="Trebuchet MS" panose="020B0703020202090204" pitchFamily="34" charset="0"/>
              </a:rPr>
              <a:t> </a:t>
            </a:r>
            <a:r>
              <a:rPr lang="en-US" sz="3600" dirty="0" err="1">
                <a:latin typeface="Trebuchet MS" panose="020B0703020202090204" pitchFamily="34" charset="0"/>
              </a:rPr>
              <a:t>occaecat</a:t>
            </a:r>
            <a:r>
              <a:rPr lang="en-US" sz="3600" dirty="0">
                <a:latin typeface="Trebuchet MS" panose="020B0703020202090204" pitchFamily="34" charset="0"/>
              </a:rPr>
              <a:t> </a:t>
            </a:r>
            <a:r>
              <a:rPr lang="en-US" sz="3600" dirty="0" err="1">
                <a:latin typeface="Trebuchet MS" panose="020B0703020202090204" pitchFamily="34" charset="0"/>
              </a:rPr>
              <a:t>cupidatat</a:t>
            </a:r>
            <a:r>
              <a:rPr lang="en-US" sz="3600" dirty="0">
                <a:latin typeface="Trebuchet MS" panose="020B0703020202090204" pitchFamily="34" charset="0"/>
              </a:rPr>
              <a:t> non </a:t>
            </a:r>
            <a:r>
              <a:rPr lang="en-US" sz="3600" dirty="0" err="1">
                <a:latin typeface="Trebuchet MS" panose="020B0703020202090204" pitchFamily="34" charset="0"/>
              </a:rPr>
              <a:t>proident</a:t>
            </a:r>
            <a:r>
              <a:rPr lang="en-US" sz="3600" dirty="0">
                <a:latin typeface="Trebuchet MS" panose="020B0703020202090204" pitchFamily="34" charset="0"/>
              </a:rPr>
              <a:t>, sunt in culpa qui </a:t>
            </a:r>
            <a:r>
              <a:rPr lang="en-US" sz="3600" dirty="0" err="1">
                <a:latin typeface="Trebuchet MS" panose="020B0703020202090204" pitchFamily="34" charset="0"/>
              </a:rPr>
              <a:t>officia</a:t>
            </a:r>
            <a:r>
              <a:rPr lang="en-US" sz="3600" dirty="0">
                <a:latin typeface="Trebuchet MS" panose="020B0703020202090204" pitchFamily="34" charset="0"/>
              </a:rPr>
              <a:t> </a:t>
            </a:r>
            <a:r>
              <a:rPr lang="en-US" sz="3600" dirty="0" err="1">
                <a:latin typeface="Trebuchet MS" panose="020B0703020202090204" pitchFamily="34" charset="0"/>
              </a:rPr>
              <a:t>deserunt</a:t>
            </a:r>
            <a:r>
              <a:rPr lang="en-US" sz="3600" dirty="0">
                <a:latin typeface="Trebuchet MS" panose="020B0703020202090204" pitchFamily="34" charset="0"/>
              </a:rPr>
              <a:t> </a:t>
            </a:r>
            <a:r>
              <a:rPr lang="en-US" sz="3600" dirty="0" err="1">
                <a:latin typeface="Trebuchet MS" panose="020B0703020202090204" pitchFamily="34" charset="0"/>
              </a:rPr>
              <a:t>mollit</a:t>
            </a:r>
            <a:r>
              <a:rPr lang="en-US" sz="3600" dirty="0">
                <a:latin typeface="Trebuchet MS" panose="020B0703020202090204" pitchFamily="34" charset="0"/>
              </a:rPr>
              <a:t> </a:t>
            </a:r>
            <a:r>
              <a:rPr lang="en-US" sz="3600" dirty="0" err="1">
                <a:latin typeface="Trebuchet MS" panose="020B0703020202090204" pitchFamily="34" charset="0"/>
              </a:rPr>
              <a:t>anim</a:t>
            </a:r>
            <a:r>
              <a:rPr lang="en-US" sz="3600" dirty="0">
                <a:latin typeface="Trebuchet MS" panose="020B0703020202090204" pitchFamily="34" charset="0"/>
              </a:rPr>
              <a:t> id </a:t>
            </a:r>
            <a:r>
              <a:rPr lang="en-US" sz="3600" dirty="0" err="1">
                <a:latin typeface="Trebuchet MS" panose="020B0703020202090204" pitchFamily="34" charset="0"/>
              </a:rPr>
              <a:t>est</a:t>
            </a:r>
            <a:r>
              <a:rPr lang="en-US" sz="3600" dirty="0">
                <a:latin typeface="Trebuchet MS" panose="020B0703020202090204" pitchFamily="34" charset="0"/>
              </a:rPr>
              <a:t> </a:t>
            </a:r>
            <a:r>
              <a:rPr lang="en-US" sz="3600" dirty="0" err="1">
                <a:latin typeface="Trebuchet MS" panose="020B0703020202090204" pitchFamily="34" charset="0"/>
              </a:rPr>
              <a:t>laborum</a:t>
            </a:r>
            <a:r>
              <a:rPr lang="en-US" sz="3600" dirty="0">
                <a:latin typeface="Trebuchet MS" panose="020B0703020202090204" pitchFamily="34" charset="0"/>
              </a:rPr>
              <a:t>.</a:t>
            </a:r>
          </a:p>
          <a:p>
            <a:pPr marL="0" marR="0" lvl="0" indent="0">
              <a:lnSpc>
                <a:spcPct val="115000"/>
              </a:lnSpc>
              <a:spcBef>
                <a:spcPts val="1200"/>
              </a:spcBef>
              <a:spcAft>
                <a:spcPts val="500"/>
              </a:spcAft>
              <a:buSzPts val="1000"/>
              <a:buFont typeface="Symbol" pitchFamily="2" charset="2"/>
              <a:buNone/>
              <a:tabLst>
                <a:tab pos="457200" algn="l"/>
              </a:tabLst>
            </a:pPr>
            <a:endParaRPr lang="en-US" sz="3600" dirty="0">
              <a:effectLst/>
              <a:latin typeface="Trebuchet MS" panose="020B0703020202090204" pitchFamily="34" charset="0"/>
              <a:ea typeface="Times New Roman" panose="02020603050405020304" pitchFamily="18" charset="0"/>
            </a:endParaRPr>
          </a:p>
          <a:p>
            <a:pPr marL="0" marR="0" lvl="0" indent="0">
              <a:lnSpc>
                <a:spcPct val="115000"/>
              </a:lnSpc>
              <a:spcBef>
                <a:spcPts val="1200"/>
              </a:spcBef>
              <a:spcAft>
                <a:spcPts val="500"/>
              </a:spcAft>
              <a:buSzPts val="1000"/>
              <a:buFont typeface="Symbol" pitchFamily="2" charset="2"/>
              <a:buNone/>
              <a:tabLst>
                <a:tab pos="457200" algn="l"/>
              </a:tabLst>
            </a:pPr>
            <a:endParaRPr lang="en-US" sz="3600" dirty="0">
              <a:effectLst/>
              <a:latin typeface="Trebuchet MS" panose="020B0703020202090204" pitchFamily="34" charset="0"/>
              <a:ea typeface="Times New Roman" panose="02020603050405020304" pitchFamily="18" charset="0"/>
            </a:endParaRPr>
          </a:p>
        </p:txBody>
      </p:sp>
      <p:sp>
        <p:nvSpPr>
          <p:cNvPr id="6" name="TextBox 5">
            <a:extLst>
              <a:ext uri="{FF2B5EF4-FFF2-40B4-BE49-F238E27FC236}">
                <a16:creationId xmlns:a16="http://schemas.microsoft.com/office/drawing/2014/main" id="{A8B49B1A-0831-1D25-4882-9000A396B686}"/>
              </a:ext>
            </a:extLst>
          </p:cNvPr>
          <p:cNvSpPr txBox="1"/>
          <p:nvPr/>
        </p:nvSpPr>
        <p:spPr>
          <a:xfrm>
            <a:off x="15082966" y="20638909"/>
            <a:ext cx="13716000" cy="914400"/>
          </a:xfrm>
          <a:prstGeom prst="rect">
            <a:avLst/>
          </a:prstGeom>
          <a:solidFill>
            <a:srgbClr val="3A913F"/>
          </a:solidFill>
        </p:spPr>
        <p:txBody>
          <a:bodyPr wrap="square" rtlCol="0" anchor="ctr">
            <a:spAutoFit/>
          </a:bodyPr>
          <a:lstStyle/>
          <a:p>
            <a:pPr algn="ctr"/>
            <a:r>
              <a:rPr lang="en-US" sz="4000" b="1" spc="300" baseline="0" dirty="0">
                <a:solidFill>
                  <a:schemeClr val="bg1"/>
                </a:solidFill>
                <a:effectLst/>
                <a:latin typeface="Georgia" panose="02040502050405020303" pitchFamily="18" charset="0"/>
                <a:ea typeface="Aptos" panose="020B0004020202020204" pitchFamily="34" charset="0"/>
                <a:cs typeface="Times New Roman" panose="02020603050405020304" pitchFamily="18" charset="0"/>
              </a:rPr>
              <a:t>Conclusions / Discussion</a:t>
            </a:r>
            <a:endParaRPr lang="en-US" sz="4000" b="1" spc="300" baseline="0" dirty="0">
              <a:solidFill>
                <a:schemeClr val="bg1"/>
              </a:solidFill>
              <a:latin typeface="Georgia" panose="02040502050405020303" pitchFamily="18" charset="0"/>
            </a:endParaRPr>
          </a:p>
        </p:txBody>
      </p:sp>
      <p:sp>
        <p:nvSpPr>
          <p:cNvPr id="7" name="TextBox 6">
            <a:extLst>
              <a:ext uri="{FF2B5EF4-FFF2-40B4-BE49-F238E27FC236}">
                <a16:creationId xmlns:a16="http://schemas.microsoft.com/office/drawing/2014/main" id="{9CED1CAE-6F95-0D2E-BA5A-80821CA75535}"/>
              </a:ext>
            </a:extLst>
          </p:cNvPr>
          <p:cNvSpPr txBox="1"/>
          <p:nvPr/>
        </p:nvSpPr>
        <p:spPr>
          <a:xfrm>
            <a:off x="1369747" y="5295538"/>
            <a:ext cx="10970947" cy="4247317"/>
          </a:xfrm>
          <a:prstGeom prst="rect">
            <a:avLst/>
          </a:prstGeom>
          <a:noFill/>
          <a:ln w="6350">
            <a:solidFill>
              <a:srgbClr val="BD8B13"/>
            </a:solidFill>
          </a:ln>
        </p:spPr>
        <p:txBody>
          <a:bodyPr wrap="square" lIns="365760" tIns="1097280" rIns="365760" bIns="365760" rtlCol="0">
            <a:spAutoFit/>
          </a:bodyPr>
          <a:lstStyle/>
          <a:p>
            <a:r>
              <a:rPr lang="en-US" sz="3600" dirty="0">
                <a:effectLst/>
                <a:latin typeface="Trebuchet MS" panose="020B0703020202090204" pitchFamily="34" charset="0"/>
                <a:ea typeface="Aptos" panose="020B0004020202020204" pitchFamily="34" charset="0"/>
                <a:cs typeface="Times New Roman" panose="02020603050405020304" pitchFamily="18" charset="0"/>
              </a:rPr>
              <a:t>This section is intended to introduce the audience to the question you are attempting to answer or problem you are attempting to solve, and sufficient background from the published literature to provide context and relevance.</a:t>
            </a:r>
          </a:p>
        </p:txBody>
      </p:sp>
      <p:sp>
        <p:nvSpPr>
          <p:cNvPr id="8" name="TextBox 7">
            <a:extLst>
              <a:ext uri="{FF2B5EF4-FFF2-40B4-BE49-F238E27FC236}">
                <a16:creationId xmlns:a16="http://schemas.microsoft.com/office/drawing/2014/main" id="{5B1698FB-642E-745F-A0F9-CD3A5509AA88}"/>
              </a:ext>
            </a:extLst>
          </p:cNvPr>
          <p:cNvSpPr txBox="1"/>
          <p:nvPr/>
        </p:nvSpPr>
        <p:spPr>
          <a:xfrm>
            <a:off x="1369748" y="5295538"/>
            <a:ext cx="10970948" cy="914400"/>
          </a:xfrm>
          <a:prstGeom prst="rect">
            <a:avLst/>
          </a:prstGeom>
          <a:solidFill>
            <a:srgbClr val="BD8B13"/>
          </a:solidFill>
        </p:spPr>
        <p:txBody>
          <a:bodyPr wrap="square" rtlCol="0" anchor="ctr">
            <a:spAutoFit/>
          </a:bodyPr>
          <a:lstStyle/>
          <a:p>
            <a:pPr algn="ctr"/>
            <a:r>
              <a:rPr lang="en-US" sz="4000" b="1" spc="300" baseline="0" dirty="0">
                <a:solidFill>
                  <a:schemeClr val="bg1"/>
                </a:solidFill>
                <a:effectLst/>
                <a:latin typeface="Georgia" panose="02040502050405020303" pitchFamily="18" charset="0"/>
                <a:ea typeface="Aptos" panose="020B0004020202020204" pitchFamily="34" charset="0"/>
                <a:cs typeface="Times New Roman" panose="02020603050405020304" pitchFamily="18" charset="0"/>
              </a:rPr>
              <a:t>Introduction / Background / Goals </a:t>
            </a:r>
            <a:endParaRPr lang="en-US" sz="4000" b="1" spc="300" baseline="0" dirty="0">
              <a:solidFill>
                <a:schemeClr val="bg1"/>
              </a:solidFill>
              <a:latin typeface="Georgia" panose="02040502050405020303" pitchFamily="18" charset="0"/>
            </a:endParaRPr>
          </a:p>
        </p:txBody>
      </p:sp>
      <p:sp>
        <p:nvSpPr>
          <p:cNvPr id="9" name="TextBox 8">
            <a:extLst>
              <a:ext uri="{FF2B5EF4-FFF2-40B4-BE49-F238E27FC236}">
                <a16:creationId xmlns:a16="http://schemas.microsoft.com/office/drawing/2014/main" id="{D8F082AA-0361-2BB0-6E74-7E4736864D18}"/>
              </a:ext>
            </a:extLst>
          </p:cNvPr>
          <p:cNvSpPr txBox="1"/>
          <p:nvPr/>
        </p:nvSpPr>
        <p:spPr>
          <a:xfrm>
            <a:off x="1522147" y="17780000"/>
            <a:ext cx="10970947" cy="7017306"/>
          </a:xfrm>
          <a:prstGeom prst="rect">
            <a:avLst/>
          </a:prstGeom>
          <a:noFill/>
          <a:ln w="6350">
            <a:solidFill>
              <a:srgbClr val="BD8B13"/>
            </a:solidFill>
          </a:ln>
        </p:spPr>
        <p:txBody>
          <a:bodyPr wrap="square" lIns="365760" tIns="1097280" rIns="365760" bIns="365760" rtlCol="0">
            <a:spAutoFit/>
          </a:bodyPr>
          <a:lstStyle/>
          <a:p>
            <a:pPr marL="0" indent="0">
              <a:buFont typeface="Arial" panose="020B0604020202020204" pitchFamily="34" charset="0"/>
              <a:buNone/>
            </a:pPr>
            <a:r>
              <a:rPr lang="en-US" sz="3600" b="1" dirty="0">
                <a:effectLst/>
                <a:latin typeface="Trebuchet MS" panose="020B0703020202090204" pitchFamily="34" charset="0"/>
                <a:ea typeface="Aptos" panose="020B0004020202020204" pitchFamily="34" charset="0"/>
                <a:cs typeface="Times New Roman" panose="02020603050405020304" pitchFamily="18" charset="0"/>
              </a:rPr>
              <a:t>IN THE FIELD:</a:t>
            </a:r>
          </a:p>
          <a:p>
            <a:pPr marL="571500" indent="-571500">
              <a:buFont typeface="Arial" panose="020B0604020202020204" pitchFamily="34" charset="0"/>
              <a:buChar char="•"/>
            </a:pPr>
            <a:r>
              <a:rPr lang="en-US" sz="3600" dirty="0">
                <a:effectLst/>
                <a:latin typeface="Trebuchet MS" panose="020B0703020202090204" pitchFamily="34" charset="0"/>
                <a:ea typeface="Aptos" panose="020B0004020202020204" pitchFamily="34" charset="0"/>
                <a:cs typeface="Times New Roman" panose="02020603050405020304" pitchFamily="18" charset="0"/>
              </a:rPr>
              <a:t>This section outlines or summarizes the key procedures or steps taken for the experiment.</a:t>
            </a:r>
          </a:p>
          <a:p>
            <a:pPr marL="571500" indent="-571500">
              <a:buFont typeface="Arial" panose="020B0604020202020204" pitchFamily="34" charset="0"/>
              <a:buChar char="•"/>
            </a:pPr>
            <a:r>
              <a:rPr lang="en-US" sz="3600" dirty="0">
                <a:effectLst/>
                <a:latin typeface="Trebuchet MS" panose="020B0703020202090204" pitchFamily="34" charset="0"/>
                <a:ea typeface="Aptos" panose="020B0004020202020204" pitchFamily="34" charset="0"/>
                <a:cs typeface="Times New Roman" panose="02020603050405020304" pitchFamily="18" charset="0"/>
              </a:rPr>
              <a:t>It should not include detailed protocols, but a visual overview often in the form of a flow chart.</a:t>
            </a:r>
            <a:br>
              <a:rPr lang="en-US" sz="3600" dirty="0">
                <a:effectLst/>
                <a:latin typeface="Trebuchet MS" panose="020B0703020202090204" pitchFamily="34" charset="0"/>
                <a:ea typeface="Aptos" panose="020B0004020202020204" pitchFamily="34" charset="0"/>
                <a:cs typeface="Times New Roman" panose="02020603050405020304" pitchFamily="18" charset="0"/>
              </a:rPr>
            </a:br>
            <a:endParaRPr lang="en-US" sz="3600" dirty="0">
              <a:effectLst/>
              <a:latin typeface="Trebuchet MS" panose="020B0703020202090204" pitchFamily="34" charset="0"/>
              <a:ea typeface="Aptos" panose="020B0004020202020204" pitchFamily="34" charset="0"/>
              <a:cs typeface="Times New Roman" panose="02020603050405020304" pitchFamily="18" charset="0"/>
            </a:endParaRPr>
          </a:p>
          <a:p>
            <a:pPr marL="0" marR="0" lvl="0" indent="0" algn="l" defTabSz="184343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3600" b="1" dirty="0">
                <a:effectLst/>
                <a:latin typeface="Trebuchet MS" panose="020B0703020202090204" pitchFamily="34" charset="0"/>
                <a:ea typeface="Aptos" panose="020B0004020202020204" pitchFamily="34" charset="0"/>
                <a:cs typeface="Times New Roman" panose="02020603050405020304" pitchFamily="18" charset="0"/>
              </a:rPr>
              <a:t>ANALYSIS:</a:t>
            </a:r>
          </a:p>
          <a:p>
            <a:pPr marL="571500" indent="-571500">
              <a:buFont typeface="Arial" panose="020B0604020202020204" pitchFamily="34" charset="0"/>
              <a:buChar char="•"/>
            </a:pPr>
            <a:r>
              <a:rPr lang="en-US" sz="3600" dirty="0">
                <a:effectLst/>
                <a:latin typeface="Trebuchet MS" panose="020B0703020202090204" pitchFamily="34" charset="0"/>
                <a:ea typeface="Aptos" panose="020B0004020202020204" pitchFamily="34" charset="0"/>
                <a:cs typeface="Times New Roman" panose="02020603050405020304" pitchFamily="18" charset="0"/>
              </a:rPr>
              <a:t>Description here.</a:t>
            </a:r>
          </a:p>
          <a:p>
            <a:pPr marL="571500" indent="-571500">
              <a:buFont typeface="Arial" panose="020B0604020202020204" pitchFamily="34" charset="0"/>
              <a:buChar char="•"/>
            </a:pPr>
            <a:r>
              <a:rPr lang="en-US" sz="3600" dirty="0">
                <a:effectLst/>
                <a:latin typeface="Trebuchet MS" panose="020B0703020202090204" pitchFamily="34" charset="0"/>
                <a:ea typeface="Aptos" panose="020B0004020202020204" pitchFamily="34" charset="0"/>
                <a:cs typeface="Times New Roman" panose="02020603050405020304" pitchFamily="18" charset="0"/>
              </a:rPr>
              <a:t>Description here.</a:t>
            </a:r>
          </a:p>
        </p:txBody>
      </p:sp>
      <p:sp>
        <p:nvSpPr>
          <p:cNvPr id="10" name="TextBox 9">
            <a:extLst>
              <a:ext uri="{FF2B5EF4-FFF2-40B4-BE49-F238E27FC236}">
                <a16:creationId xmlns:a16="http://schemas.microsoft.com/office/drawing/2014/main" id="{7DE2F039-E5E7-00BE-2EFF-B0E09734020A}"/>
              </a:ext>
            </a:extLst>
          </p:cNvPr>
          <p:cNvSpPr txBox="1"/>
          <p:nvPr/>
        </p:nvSpPr>
        <p:spPr>
          <a:xfrm>
            <a:off x="1522148" y="17780000"/>
            <a:ext cx="10970948" cy="914400"/>
          </a:xfrm>
          <a:prstGeom prst="rect">
            <a:avLst/>
          </a:prstGeom>
          <a:solidFill>
            <a:srgbClr val="BD8B13"/>
          </a:solidFill>
        </p:spPr>
        <p:txBody>
          <a:bodyPr wrap="square" rtlCol="0" anchor="ctr">
            <a:spAutoFit/>
          </a:bodyPr>
          <a:lstStyle/>
          <a:p>
            <a:pPr algn="ctr"/>
            <a:r>
              <a:rPr lang="en-US" sz="4000" b="1" spc="300" baseline="0" dirty="0">
                <a:solidFill>
                  <a:schemeClr val="bg1"/>
                </a:solidFill>
                <a:effectLst/>
                <a:latin typeface="Georgia" panose="02040502050405020303" pitchFamily="18" charset="0"/>
                <a:ea typeface="Aptos" panose="020B0004020202020204" pitchFamily="34" charset="0"/>
                <a:cs typeface="Times New Roman" panose="02020603050405020304" pitchFamily="18" charset="0"/>
              </a:rPr>
              <a:t>Methods</a:t>
            </a:r>
            <a:endParaRPr lang="en-US" sz="4000" b="1" spc="300" baseline="0" dirty="0">
              <a:solidFill>
                <a:schemeClr val="bg1"/>
              </a:solidFill>
              <a:latin typeface="Georgia" panose="02040502050405020303" pitchFamily="18" charset="0"/>
            </a:endParaRPr>
          </a:p>
        </p:txBody>
      </p:sp>
      <p:sp>
        <p:nvSpPr>
          <p:cNvPr id="11" name="TextBox 10">
            <a:extLst>
              <a:ext uri="{FF2B5EF4-FFF2-40B4-BE49-F238E27FC236}">
                <a16:creationId xmlns:a16="http://schemas.microsoft.com/office/drawing/2014/main" id="{65690B0E-FD25-BBF3-414E-C8D5C08B7627}"/>
              </a:ext>
            </a:extLst>
          </p:cNvPr>
          <p:cNvSpPr txBox="1"/>
          <p:nvPr/>
        </p:nvSpPr>
        <p:spPr>
          <a:xfrm>
            <a:off x="15087600" y="5295538"/>
            <a:ext cx="13716000" cy="5909310"/>
          </a:xfrm>
          <a:prstGeom prst="rect">
            <a:avLst/>
          </a:prstGeom>
          <a:noFill/>
          <a:ln w="6350">
            <a:solidFill>
              <a:srgbClr val="C7940D"/>
            </a:solidFill>
          </a:ln>
        </p:spPr>
        <p:txBody>
          <a:bodyPr wrap="square" lIns="365760" tIns="1097280" rIns="365760" bIns="365760" rtlCol="0">
            <a:spAutoFit/>
          </a:bodyPr>
          <a:lstStyle/>
          <a:p>
            <a:r>
              <a:rPr lang="en-US" sz="3600" dirty="0">
                <a:effectLst/>
                <a:latin typeface="Trebuchet MS" panose="020B0703020202090204" pitchFamily="34" charset="0"/>
                <a:ea typeface="Aptos" panose="020B0004020202020204" pitchFamily="34" charset="0"/>
                <a:cs typeface="Times New Roman" panose="02020603050405020304" pitchFamily="18" charset="0"/>
              </a:rPr>
              <a:t>This section depicts the data resulting from the experiment(s). Typically, this section consists mostly or entirely of graphs, tables and other figures, with figure legends.</a:t>
            </a:r>
          </a:p>
          <a:p>
            <a:endParaRPr lang="en-US" sz="3600" dirty="0">
              <a:latin typeface="Trebuchet MS" panose="020B0703020202090204" pitchFamily="34" charset="0"/>
              <a:ea typeface="Aptos" panose="020B0004020202020204" pitchFamily="34" charset="0"/>
              <a:cs typeface="Times New Roman" panose="02020603050405020304" pitchFamily="18" charset="0"/>
            </a:endParaRPr>
          </a:p>
          <a:p>
            <a:r>
              <a:rPr lang="en-US" sz="3600" dirty="0">
                <a:latin typeface="Trebuchet MS" panose="020B0703020202090204" pitchFamily="34" charset="0"/>
              </a:rPr>
              <a:t>Lorem ipsum dolor sit </a:t>
            </a:r>
            <a:r>
              <a:rPr lang="en-US" sz="3600" dirty="0" err="1">
                <a:latin typeface="Trebuchet MS" panose="020B0703020202090204" pitchFamily="34" charset="0"/>
              </a:rPr>
              <a:t>amet</a:t>
            </a:r>
            <a:r>
              <a:rPr lang="en-US" sz="3600" dirty="0">
                <a:latin typeface="Trebuchet MS" panose="020B0703020202090204" pitchFamily="34" charset="0"/>
              </a:rPr>
              <a:t>, </a:t>
            </a:r>
            <a:r>
              <a:rPr lang="en-US" sz="3600" dirty="0" err="1">
                <a:latin typeface="Trebuchet MS" panose="020B0703020202090204" pitchFamily="34" charset="0"/>
              </a:rPr>
              <a:t>consectetur</a:t>
            </a:r>
            <a:r>
              <a:rPr lang="en-US" sz="3600" dirty="0">
                <a:latin typeface="Trebuchet MS" panose="020B0703020202090204" pitchFamily="34" charset="0"/>
              </a:rPr>
              <a:t> </a:t>
            </a:r>
            <a:r>
              <a:rPr lang="en-US" sz="3600" dirty="0" err="1">
                <a:latin typeface="Trebuchet MS" panose="020B0703020202090204" pitchFamily="34" charset="0"/>
              </a:rPr>
              <a:t>adipiscing</a:t>
            </a:r>
            <a:r>
              <a:rPr lang="en-US" sz="3600" dirty="0">
                <a:latin typeface="Trebuchet MS" panose="020B0703020202090204" pitchFamily="34" charset="0"/>
              </a:rPr>
              <a:t> </a:t>
            </a:r>
            <a:r>
              <a:rPr lang="en-US" sz="3600" dirty="0" err="1">
                <a:latin typeface="Trebuchet MS" panose="020B0703020202090204" pitchFamily="34" charset="0"/>
              </a:rPr>
              <a:t>elit</a:t>
            </a:r>
            <a:r>
              <a:rPr lang="en-US" sz="3600" dirty="0">
                <a:latin typeface="Trebuchet MS" panose="020B0703020202090204" pitchFamily="34" charset="0"/>
              </a:rPr>
              <a:t>, sed do </a:t>
            </a:r>
            <a:r>
              <a:rPr lang="en-US" sz="3600" dirty="0" err="1">
                <a:latin typeface="Trebuchet MS" panose="020B0703020202090204" pitchFamily="34" charset="0"/>
              </a:rPr>
              <a:t>eiusmod</a:t>
            </a:r>
            <a:r>
              <a:rPr lang="en-US" sz="3600" dirty="0">
                <a:latin typeface="Trebuchet MS" panose="020B0703020202090204" pitchFamily="34" charset="0"/>
              </a:rPr>
              <a:t> </a:t>
            </a:r>
            <a:r>
              <a:rPr lang="en-US" sz="3600" dirty="0" err="1">
                <a:latin typeface="Trebuchet MS" panose="020B0703020202090204" pitchFamily="34" charset="0"/>
              </a:rPr>
              <a:t>tempor</a:t>
            </a:r>
            <a:r>
              <a:rPr lang="en-US" sz="3600" dirty="0">
                <a:latin typeface="Trebuchet MS" panose="020B0703020202090204" pitchFamily="34" charset="0"/>
              </a:rPr>
              <a:t> </a:t>
            </a:r>
            <a:r>
              <a:rPr lang="en-US" sz="3600" dirty="0" err="1">
                <a:latin typeface="Trebuchet MS" panose="020B0703020202090204" pitchFamily="34" charset="0"/>
              </a:rPr>
              <a:t>incididunt</a:t>
            </a:r>
            <a:r>
              <a:rPr lang="en-US" sz="3600" dirty="0">
                <a:latin typeface="Trebuchet MS" panose="020B0703020202090204" pitchFamily="34" charset="0"/>
              </a:rPr>
              <a:t> </a:t>
            </a:r>
            <a:r>
              <a:rPr lang="en-US" sz="3600" dirty="0" err="1">
                <a:latin typeface="Trebuchet MS" panose="020B0703020202090204" pitchFamily="34" charset="0"/>
              </a:rPr>
              <a:t>ut</a:t>
            </a:r>
            <a:r>
              <a:rPr lang="en-US" sz="3600" dirty="0">
                <a:latin typeface="Trebuchet MS" panose="020B0703020202090204" pitchFamily="34" charset="0"/>
              </a:rPr>
              <a:t> labore et dolore magna </a:t>
            </a:r>
            <a:r>
              <a:rPr lang="en-US" sz="3600" dirty="0" err="1">
                <a:latin typeface="Trebuchet MS" panose="020B0703020202090204" pitchFamily="34" charset="0"/>
              </a:rPr>
              <a:t>aliqua</a:t>
            </a:r>
            <a:r>
              <a:rPr lang="en-US" sz="3600" dirty="0">
                <a:latin typeface="Trebuchet MS" panose="020B0703020202090204" pitchFamily="34" charset="0"/>
              </a:rPr>
              <a:t>. Ut </a:t>
            </a:r>
            <a:r>
              <a:rPr lang="en-US" sz="3600" dirty="0" err="1">
                <a:latin typeface="Trebuchet MS" panose="020B0703020202090204" pitchFamily="34" charset="0"/>
              </a:rPr>
              <a:t>enim</a:t>
            </a:r>
            <a:r>
              <a:rPr lang="en-US" sz="3600" dirty="0">
                <a:latin typeface="Trebuchet MS" panose="020B0703020202090204" pitchFamily="34" charset="0"/>
              </a:rPr>
              <a:t> ad minim </a:t>
            </a:r>
            <a:r>
              <a:rPr lang="en-US" sz="3600" dirty="0" err="1">
                <a:latin typeface="Trebuchet MS" panose="020B0703020202090204" pitchFamily="34" charset="0"/>
              </a:rPr>
              <a:t>veniam</a:t>
            </a:r>
            <a:r>
              <a:rPr lang="en-US" sz="3600" dirty="0">
                <a:latin typeface="Trebuchet MS" panose="020B0703020202090204" pitchFamily="34" charset="0"/>
              </a:rPr>
              <a:t>, </a:t>
            </a:r>
            <a:r>
              <a:rPr lang="en-US" sz="3600" dirty="0" err="1">
                <a:latin typeface="Trebuchet MS" panose="020B0703020202090204" pitchFamily="34" charset="0"/>
              </a:rPr>
              <a:t>quis</a:t>
            </a:r>
            <a:r>
              <a:rPr lang="en-US" sz="3600" dirty="0">
                <a:latin typeface="Trebuchet MS" panose="020B0703020202090204" pitchFamily="34" charset="0"/>
              </a:rPr>
              <a:t> </a:t>
            </a:r>
            <a:r>
              <a:rPr lang="en-US" sz="3600" dirty="0" err="1">
                <a:latin typeface="Trebuchet MS" panose="020B0703020202090204" pitchFamily="34" charset="0"/>
              </a:rPr>
              <a:t>nostrud</a:t>
            </a:r>
            <a:r>
              <a:rPr lang="en-US" sz="3600" dirty="0">
                <a:latin typeface="Trebuchet MS" panose="020B0703020202090204" pitchFamily="34" charset="0"/>
              </a:rPr>
              <a:t> exercitation </a:t>
            </a:r>
            <a:r>
              <a:rPr lang="en-US" sz="3600" dirty="0" err="1">
                <a:latin typeface="Trebuchet MS" panose="020B0703020202090204" pitchFamily="34" charset="0"/>
              </a:rPr>
              <a:t>ullamco</a:t>
            </a:r>
            <a:r>
              <a:rPr lang="en-US" sz="3600" dirty="0">
                <a:latin typeface="Trebuchet MS" panose="020B0703020202090204" pitchFamily="34" charset="0"/>
              </a:rPr>
              <a:t> </a:t>
            </a:r>
            <a:r>
              <a:rPr lang="en-US" sz="3600" dirty="0" err="1">
                <a:latin typeface="Trebuchet MS" panose="020B0703020202090204" pitchFamily="34" charset="0"/>
              </a:rPr>
              <a:t>laboris</a:t>
            </a:r>
            <a:r>
              <a:rPr lang="en-US" sz="3600" dirty="0">
                <a:latin typeface="Trebuchet MS" panose="020B0703020202090204" pitchFamily="34" charset="0"/>
              </a:rPr>
              <a:t> nisi </a:t>
            </a:r>
            <a:r>
              <a:rPr lang="en-US" sz="3600" dirty="0" err="1">
                <a:latin typeface="Trebuchet MS" panose="020B0703020202090204" pitchFamily="34" charset="0"/>
              </a:rPr>
              <a:t>ut</a:t>
            </a:r>
            <a:r>
              <a:rPr lang="en-US" sz="3600" dirty="0">
                <a:latin typeface="Trebuchet MS" panose="020B0703020202090204" pitchFamily="34" charset="0"/>
              </a:rPr>
              <a:t> </a:t>
            </a:r>
            <a:r>
              <a:rPr lang="en-US" sz="3600" dirty="0" err="1">
                <a:latin typeface="Trebuchet MS" panose="020B0703020202090204" pitchFamily="34" charset="0"/>
              </a:rPr>
              <a:t>aliquip</a:t>
            </a:r>
            <a:r>
              <a:rPr lang="en-US" sz="3600" dirty="0">
                <a:latin typeface="Trebuchet MS" panose="020B0703020202090204" pitchFamily="34" charset="0"/>
              </a:rPr>
              <a:t> ex </a:t>
            </a:r>
            <a:r>
              <a:rPr lang="en-US" sz="3600" dirty="0" err="1">
                <a:latin typeface="Trebuchet MS" panose="020B0703020202090204" pitchFamily="34" charset="0"/>
              </a:rPr>
              <a:t>ea</a:t>
            </a:r>
            <a:r>
              <a:rPr lang="en-US" sz="3600" dirty="0">
                <a:latin typeface="Trebuchet MS" panose="020B0703020202090204" pitchFamily="34" charset="0"/>
              </a:rPr>
              <a:t> </a:t>
            </a:r>
            <a:r>
              <a:rPr lang="en-US" sz="3600" dirty="0" err="1">
                <a:latin typeface="Trebuchet MS" panose="020B0703020202090204" pitchFamily="34" charset="0"/>
              </a:rPr>
              <a:t>commodo</a:t>
            </a:r>
            <a:r>
              <a:rPr lang="en-US" sz="3600" dirty="0">
                <a:latin typeface="Trebuchet MS" panose="020B0703020202090204" pitchFamily="34" charset="0"/>
              </a:rPr>
              <a:t> </a:t>
            </a:r>
            <a:r>
              <a:rPr lang="en-US" sz="3600" dirty="0" err="1">
                <a:latin typeface="Trebuchet MS" panose="020B0703020202090204" pitchFamily="34" charset="0"/>
              </a:rPr>
              <a:t>consequat</a:t>
            </a:r>
            <a:r>
              <a:rPr lang="en-US" sz="3600" dirty="0">
                <a:latin typeface="Trebuchet MS" panose="020B0703020202090204" pitchFamily="34" charset="0"/>
              </a:rPr>
              <a:t>.</a:t>
            </a:r>
          </a:p>
        </p:txBody>
      </p:sp>
      <p:sp>
        <p:nvSpPr>
          <p:cNvPr id="12" name="TextBox 11">
            <a:extLst>
              <a:ext uri="{FF2B5EF4-FFF2-40B4-BE49-F238E27FC236}">
                <a16:creationId xmlns:a16="http://schemas.microsoft.com/office/drawing/2014/main" id="{627D1D29-7454-407E-431E-AB1F267C8129}"/>
              </a:ext>
            </a:extLst>
          </p:cNvPr>
          <p:cNvSpPr txBox="1"/>
          <p:nvPr/>
        </p:nvSpPr>
        <p:spPr>
          <a:xfrm>
            <a:off x="15087600" y="5303984"/>
            <a:ext cx="13716000" cy="914400"/>
          </a:xfrm>
          <a:prstGeom prst="rect">
            <a:avLst/>
          </a:prstGeom>
          <a:solidFill>
            <a:srgbClr val="3A913F"/>
          </a:solidFill>
        </p:spPr>
        <p:txBody>
          <a:bodyPr wrap="square" rtlCol="0" anchor="ctr">
            <a:spAutoFit/>
          </a:bodyPr>
          <a:lstStyle/>
          <a:p>
            <a:pPr algn="ctr"/>
            <a:r>
              <a:rPr lang="en-US" sz="4000" b="1" spc="300" dirty="0">
                <a:solidFill>
                  <a:schemeClr val="bg1"/>
                </a:solidFill>
                <a:latin typeface="Georgia" panose="02040502050405020303" pitchFamily="18" charset="0"/>
                <a:cs typeface="Times New Roman" panose="02020603050405020304" pitchFamily="18" charset="0"/>
              </a:rPr>
              <a:t>Results</a:t>
            </a:r>
            <a:endParaRPr lang="en-US" sz="4000" b="1" spc="300" baseline="0" dirty="0">
              <a:solidFill>
                <a:schemeClr val="bg1"/>
              </a:solidFill>
              <a:latin typeface="Georgia" panose="02040502050405020303" pitchFamily="18" charset="0"/>
            </a:endParaRPr>
          </a:p>
        </p:txBody>
      </p:sp>
      <p:pic>
        <p:nvPicPr>
          <p:cNvPr id="13" name="Picture 12">
            <a:extLst>
              <a:ext uri="{FF2B5EF4-FFF2-40B4-BE49-F238E27FC236}">
                <a16:creationId xmlns:a16="http://schemas.microsoft.com/office/drawing/2014/main" id="{11DF30C2-4F64-B102-E488-1C219293C064}"/>
              </a:ext>
            </a:extLst>
          </p:cNvPr>
          <p:cNvPicPr>
            <a:picLocks noChangeAspect="1"/>
          </p:cNvPicPr>
          <p:nvPr/>
        </p:nvPicPr>
        <p:blipFill>
          <a:blip r:embed="rId3"/>
          <a:stretch>
            <a:fillRect/>
          </a:stretch>
        </p:blipFill>
        <p:spPr>
          <a:xfrm>
            <a:off x="15082966" y="11889307"/>
            <a:ext cx="13716000" cy="7715250"/>
          </a:xfrm>
          <a:prstGeom prst="rect">
            <a:avLst/>
          </a:prstGeom>
        </p:spPr>
      </p:pic>
      <p:pic>
        <p:nvPicPr>
          <p:cNvPr id="14" name="Picture 13">
            <a:extLst>
              <a:ext uri="{FF2B5EF4-FFF2-40B4-BE49-F238E27FC236}">
                <a16:creationId xmlns:a16="http://schemas.microsoft.com/office/drawing/2014/main" id="{41A3A058-B6B6-6543-82BC-4B8B59298C68}"/>
              </a:ext>
            </a:extLst>
          </p:cNvPr>
          <p:cNvPicPr>
            <a:picLocks noChangeAspect="1"/>
          </p:cNvPicPr>
          <p:nvPr/>
        </p:nvPicPr>
        <p:blipFill>
          <a:blip r:embed="rId4"/>
          <a:stretch>
            <a:fillRect/>
          </a:stretch>
        </p:blipFill>
        <p:spPr>
          <a:xfrm>
            <a:off x="1524000" y="25224676"/>
            <a:ext cx="10972800" cy="6172200"/>
          </a:xfrm>
          <a:prstGeom prst="rect">
            <a:avLst/>
          </a:prstGeom>
        </p:spPr>
      </p:pic>
      <p:pic>
        <p:nvPicPr>
          <p:cNvPr id="15" name="Picture 14">
            <a:extLst>
              <a:ext uri="{FF2B5EF4-FFF2-40B4-BE49-F238E27FC236}">
                <a16:creationId xmlns:a16="http://schemas.microsoft.com/office/drawing/2014/main" id="{7B89DCFA-61FA-C43D-92B0-F2295E8BA1CB}"/>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369747" y="10910335"/>
            <a:ext cx="5029200" cy="5849374"/>
          </a:xfrm>
          <a:prstGeom prst="rect">
            <a:avLst/>
          </a:prstGeom>
        </p:spPr>
      </p:pic>
      <p:pic>
        <p:nvPicPr>
          <p:cNvPr id="16" name="Picture 15">
            <a:extLst>
              <a:ext uri="{FF2B5EF4-FFF2-40B4-BE49-F238E27FC236}">
                <a16:creationId xmlns:a16="http://schemas.microsoft.com/office/drawing/2014/main" id="{B2500E8E-09BD-A735-9DE3-05791ABBC61E}"/>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7311494" y="10910335"/>
            <a:ext cx="5029200" cy="5849374"/>
          </a:xfrm>
          <a:prstGeom prst="rect">
            <a:avLst/>
          </a:prstGeom>
        </p:spPr>
      </p:pic>
      <p:sp>
        <p:nvSpPr>
          <p:cNvPr id="17" name="TextBox 16">
            <a:extLst>
              <a:ext uri="{FF2B5EF4-FFF2-40B4-BE49-F238E27FC236}">
                <a16:creationId xmlns:a16="http://schemas.microsoft.com/office/drawing/2014/main" id="{1E682A8B-4B33-59E6-5606-B9A332A24B70}"/>
              </a:ext>
            </a:extLst>
          </p:cNvPr>
          <p:cNvSpPr txBox="1"/>
          <p:nvPr/>
        </p:nvSpPr>
        <p:spPr>
          <a:xfrm>
            <a:off x="31236441" y="5295538"/>
            <a:ext cx="10970947" cy="3693319"/>
          </a:xfrm>
          <a:prstGeom prst="rect">
            <a:avLst/>
          </a:prstGeom>
          <a:noFill/>
          <a:ln w="6350">
            <a:solidFill>
              <a:srgbClr val="BD8B13"/>
            </a:solidFill>
          </a:ln>
        </p:spPr>
        <p:txBody>
          <a:bodyPr wrap="square" lIns="365760" tIns="1097280" rIns="365760" bIns="365760" rtlCol="0">
            <a:spAutoFit/>
          </a:bodyPr>
          <a:lstStyle/>
          <a:p>
            <a:r>
              <a:rPr lang="en-US" sz="3600" dirty="0">
                <a:effectLst/>
                <a:latin typeface="Trebuchet MS" panose="020B0703020202090204" pitchFamily="34" charset="0"/>
                <a:ea typeface="Aptos" panose="020B0004020202020204" pitchFamily="34" charset="0"/>
                <a:cs typeface="Times New Roman" panose="02020603050405020304" pitchFamily="18" charset="0"/>
              </a:rPr>
              <a:t>This section informs the audience of where the research could be taken in the future based on what was learned through this experiment. This may be merged with Conclusion/Discussion. </a:t>
            </a:r>
          </a:p>
        </p:txBody>
      </p:sp>
      <p:sp>
        <p:nvSpPr>
          <p:cNvPr id="18" name="TextBox 17">
            <a:extLst>
              <a:ext uri="{FF2B5EF4-FFF2-40B4-BE49-F238E27FC236}">
                <a16:creationId xmlns:a16="http://schemas.microsoft.com/office/drawing/2014/main" id="{A21D6578-5E36-2FB4-8D5D-A1A0CC2FAC03}"/>
              </a:ext>
            </a:extLst>
          </p:cNvPr>
          <p:cNvSpPr txBox="1"/>
          <p:nvPr/>
        </p:nvSpPr>
        <p:spPr>
          <a:xfrm>
            <a:off x="31236442" y="5295538"/>
            <a:ext cx="10970948" cy="914400"/>
          </a:xfrm>
          <a:prstGeom prst="rect">
            <a:avLst/>
          </a:prstGeom>
          <a:solidFill>
            <a:srgbClr val="BD8B13"/>
          </a:solidFill>
        </p:spPr>
        <p:txBody>
          <a:bodyPr wrap="square" rtlCol="0" anchor="ctr">
            <a:spAutoFit/>
          </a:bodyPr>
          <a:lstStyle/>
          <a:p>
            <a:pPr algn="ctr"/>
            <a:r>
              <a:rPr lang="en-US" sz="4000" b="1" spc="300" baseline="0" dirty="0">
                <a:solidFill>
                  <a:schemeClr val="bg1"/>
                </a:solidFill>
                <a:effectLst/>
                <a:latin typeface="Georgia" panose="02040502050405020303" pitchFamily="18" charset="0"/>
                <a:ea typeface="Aptos" panose="020B0004020202020204" pitchFamily="34" charset="0"/>
                <a:cs typeface="Times New Roman" panose="02020603050405020304" pitchFamily="18" charset="0"/>
              </a:rPr>
              <a:t>Future Directions / Next Steps</a:t>
            </a:r>
            <a:endParaRPr lang="en-US" sz="4000" b="1" spc="300" baseline="0" dirty="0">
              <a:solidFill>
                <a:schemeClr val="bg1"/>
              </a:solidFill>
              <a:latin typeface="Georgia" panose="02040502050405020303" pitchFamily="18" charset="0"/>
            </a:endParaRPr>
          </a:p>
        </p:txBody>
      </p:sp>
      <p:sp>
        <p:nvSpPr>
          <p:cNvPr id="19" name="TextBox 18">
            <a:extLst>
              <a:ext uri="{FF2B5EF4-FFF2-40B4-BE49-F238E27FC236}">
                <a16:creationId xmlns:a16="http://schemas.microsoft.com/office/drawing/2014/main" id="{5B63B8D6-465B-AAF8-03A2-A51DE753DB45}"/>
              </a:ext>
            </a:extLst>
          </p:cNvPr>
          <p:cNvSpPr txBox="1"/>
          <p:nvPr/>
        </p:nvSpPr>
        <p:spPr>
          <a:xfrm>
            <a:off x="31388841" y="17932400"/>
            <a:ext cx="10970947" cy="5355312"/>
          </a:xfrm>
          <a:prstGeom prst="rect">
            <a:avLst/>
          </a:prstGeom>
          <a:noFill/>
          <a:ln w="6350">
            <a:solidFill>
              <a:srgbClr val="BD8B13"/>
            </a:solidFill>
          </a:ln>
        </p:spPr>
        <p:txBody>
          <a:bodyPr wrap="square" lIns="365760" tIns="1097280" rIns="365760" bIns="365760" rtlCol="0">
            <a:spAutoFit/>
          </a:bodyPr>
          <a:lstStyle/>
          <a:p>
            <a:pPr marL="0" indent="0">
              <a:buFont typeface="Arial" panose="020B0604020202020204" pitchFamily="34" charset="0"/>
              <a:buNone/>
            </a:pPr>
            <a:r>
              <a:rPr lang="en-US" sz="3600" dirty="0">
                <a:effectLst/>
                <a:latin typeface="Trebuchet MS" panose="020B0703020202090204" pitchFamily="34" charset="0"/>
                <a:ea typeface="Aptos" panose="020B0004020202020204" pitchFamily="34" charset="0"/>
                <a:cs typeface="Times New Roman" panose="02020603050405020304" pitchFamily="18" charset="0"/>
              </a:rPr>
              <a:t>The section attributes the sources of any information you have referenced or cited. Your introduction will always require citations.</a:t>
            </a:r>
          </a:p>
          <a:p>
            <a:pPr marL="0" indent="0">
              <a:buFont typeface="Arial" panose="020B0604020202020204" pitchFamily="34" charset="0"/>
              <a:buNone/>
            </a:pPr>
            <a:endParaRPr lang="en-US" sz="3600" dirty="0">
              <a:effectLst/>
              <a:latin typeface="Trebuchet MS" panose="020B0703020202090204" pitchFamily="34" charset="0"/>
              <a:ea typeface="Aptos" panose="020B0004020202020204" pitchFamily="34" charset="0"/>
              <a:cs typeface="Times New Roman" panose="02020603050405020304" pitchFamily="18" charset="0"/>
            </a:endParaRPr>
          </a:p>
          <a:p>
            <a:pPr marL="0" indent="0">
              <a:buFont typeface="Arial" panose="020B0604020202020204" pitchFamily="34" charset="0"/>
              <a:buNone/>
            </a:pPr>
            <a:r>
              <a:rPr lang="en-US" sz="3600" dirty="0">
                <a:effectLst/>
                <a:latin typeface="Trebuchet MS" panose="020B0703020202090204" pitchFamily="34" charset="0"/>
                <a:ea typeface="Aptos" panose="020B0004020202020204" pitchFamily="34" charset="0"/>
                <a:cs typeface="Times New Roman" panose="02020603050405020304" pitchFamily="18" charset="0"/>
              </a:rPr>
              <a:t>Citation 1</a:t>
            </a:r>
          </a:p>
          <a:p>
            <a:pPr marL="0" indent="0">
              <a:buFont typeface="Arial" panose="020B0604020202020204" pitchFamily="34" charset="0"/>
              <a:buNone/>
            </a:pPr>
            <a:r>
              <a:rPr lang="en-US" sz="3600" dirty="0">
                <a:effectLst/>
                <a:latin typeface="Trebuchet MS" panose="020B0703020202090204" pitchFamily="34" charset="0"/>
                <a:ea typeface="Aptos" panose="020B0004020202020204" pitchFamily="34" charset="0"/>
                <a:cs typeface="Times New Roman" panose="02020603050405020304" pitchFamily="18" charset="0"/>
              </a:rPr>
              <a:t>Citation 2</a:t>
            </a:r>
          </a:p>
          <a:p>
            <a:pPr marL="0" indent="0">
              <a:buFont typeface="Arial" panose="020B0604020202020204" pitchFamily="34" charset="0"/>
              <a:buNone/>
            </a:pPr>
            <a:r>
              <a:rPr lang="en-US" sz="3600" dirty="0">
                <a:effectLst/>
                <a:latin typeface="Trebuchet MS" panose="020B0703020202090204" pitchFamily="34" charset="0"/>
                <a:ea typeface="Aptos" panose="020B0004020202020204" pitchFamily="34" charset="0"/>
                <a:cs typeface="Times New Roman" panose="02020603050405020304" pitchFamily="18" charset="0"/>
              </a:rPr>
              <a:t>Citation 3</a:t>
            </a:r>
          </a:p>
        </p:txBody>
      </p:sp>
      <p:pic>
        <p:nvPicPr>
          <p:cNvPr id="20" name="Picture 19">
            <a:extLst>
              <a:ext uri="{FF2B5EF4-FFF2-40B4-BE49-F238E27FC236}">
                <a16:creationId xmlns:a16="http://schemas.microsoft.com/office/drawing/2014/main" id="{9E11531E-4E9A-295D-D01C-D6D75B668703}"/>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1236441" y="10910335"/>
            <a:ext cx="5029200" cy="5849374"/>
          </a:xfrm>
          <a:prstGeom prst="rect">
            <a:avLst/>
          </a:prstGeom>
        </p:spPr>
      </p:pic>
      <p:pic>
        <p:nvPicPr>
          <p:cNvPr id="21" name="Picture 20">
            <a:extLst>
              <a:ext uri="{FF2B5EF4-FFF2-40B4-BE49-F238E27FC236}">
                <a16:creationId xmlns:a16="http://schemas.microsoft.com/office/drawing/2014/main" id="{B807FBA9-8F1D-2A6C-5E9A-1CB47B53BF89}"/>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7178188" y="10910335"/>
            <a:ext cx="5029200" cy="5849374"/>
          </a:xfrm>
          <a:prstGeom prst="rect">
            <a:avLst/>
          </a:prstGeom>
        </p:spPr>
      </p:pic>
      <p:sp>
        <p:nvSpPr>
          <p:cNvPr id="22" name="TextBox 21">
            <a:extLst>
              <a:ext uri="{FF2B5EF4-FFF2-40B4-BE49-F238E27FC236}">
                <a16:creationId xmlns:a16="http://schemas.microsoft.com/office/drawing/2014/main" id="{AAD5B138-7C71-DBEA-430C-AAD4A76863F8}"/>
              </a:ext>
            </a:extLst>
          </p:cNvPr>
          <p:cNvSpPr txBox="1"/>
          <p:nvPr/>
        </p:nvSpPr>
        <p:spPr>
          <a:xfrm>
            <a:off x="31388842" y="17863741"/>
            <a:ext cx="10970948" cy="914400"/>
          </a:xfrm>
          <a:prstGeom prst="rect">
            <a:avLst/>
          </a:prstGeom>
          <a:solidFill>
            <a:srgbClr val="BD8B13"/>
          </a:solidFill>
        </p:spPr>
        <p:txBody>
          <a:bodyPr wrap="square" rtlCol="0" anchor="ctr">
            <a:spAutoFit/>
          </a:bodyPr>
          <a:lstStyle/>
          <a:p>
            <a:pPr algn="ctr"/>
            <a:r>
              <a:rPr lang="en-US" sz="4000" b="1" spc="300" baseline="0" dirty="0">
                <a:solidFill>
                  <a:schemeClr val="bg1"/>
                </a:solidFill>
                <a:effectLst/>
                <a:latin typeface="Georgia" panose="02040502050405020303" pitchFamily="18" charset="0"/>
                <a:ea typeface="Aptos" panose="020B0004020202020204" pitchFamily="34" charset="0"/>
                <a:cs typeface="Times New Roman" panose="02020603050405020304" pitchFamily="18" charset="0"/>
              </a:rPr>
              <a:t>References</a:t>
            </a:r>
            <a:endParaRPr lang="en-US" sz="4000" b="1" spc="300" baseline="0" dirty="0">
              <a:solidFill>
                <a:schemeClr val="bg1"/>
              </a:solidFill>
              <a:latin typeface="Georgia" panose="02040502050405020303" pitchFamily="18" charset="0"/>
            </a:endParaRPr>
          </a:p>
        </p:txBody>
      </p:sp>
      <p:sp>
        <p:nvSpPr>
          <p:cNvPr id="23" name="TextBox 22">
            <a:extLst>
              <a:ext uri="{FF2B5EF4-FFF2-40B4-BE49-F238E27FC236}">
                <a16:creationId xmlns:a16="http://schemas.microsoft.com/office/drawing/2014/main" id="{79941B74-579F-0220-DEF1-00A3CA02273A}"/>
              </a:ext>
            </a:extLst>
          </p:cNvPr>
          <p:cNvSpPr txBox="1"/>
          <p:nvPr/>
        </p:nvSpPr>
        <p:spPr>
          <a:xfrm>
            <a:off x="31541241" y="25487566"/>
            <a:ext cx="10970947" cy="5909310"/>
          </a:xfrm>
          <a:prstGeom prst="rect">
            <a:avLst/>
          </a:prstGeom>
          <a:noFill/>
          <a:ln w="6350">
            <a:solidFill>
              <a:srgbClr val="BD8B13"/>
            </a:solidFill>
          </a:ln>
        </p:spPr>
        <p:txBody>
          <a:bodyPr wrap="square" lIns="365760" tIns="1097280" rIns="365760" bIns="365760" rtlCol="0">
            <a:spAutoFit/>
          </a:bodyPr>
          <a:lstStyle/>
          <a:p>
            <a:pPr marL="0" indent="0">
              <a:buFont typeface="Arial" panose="020B0604020202020204" pitchFamily="34" charset="0"/>
              <a:buNone/>
            </a:pPr>
            <a:r>
              <a:rPr lang="en-US" sz="3600" b="0" i="0" dirty="0">
                <a:effectLst/>
                <a:latin typeface="Trebuchet MS" panose="020B0703020202090204" pitchFamily="34" charset="0"/>
                <a:ea typeface="Aptos" panose="020B0004020202020204" pitchFamily="34" charset="0"/>
                <a:cs typeface="Times New Roman" panose="02020603050405020304" pitchFamily="18" charset="0"/>
              </a:rPr>
              <a:t>This section thanks contributing people, organizations and/or sponsors, including funders.</a:t>
            </a:r>
            <a:r>
              <a:rPr lang="en-US" sz="3600" b="0" i="0" dirty="0">
                <a:effectLst/>
                <a:latin typeface="Trebuchet MS" panose="020B0703020202090204" pitchFamily="34" charset="0"/>
              </a:rPr>
              <a:t> </a:t>
            </a:r>
            <a:endParaRPr lang="en-US" sz="3600" b="0" i="0" dirty="0">
              <a:effectLst/>
              <a:latin typeface="Trebuchet MS" panose="020B0703020202090204" pitchFamily="34" charset="0"/>
              <a:ea typeface="Aptos" panose="020B0004020202020204" pitchFamily="34" charset="0"/>
              <a:cs typeface="Times New Roman" panose="02020603050405020304" pitchFamily="18" charset="0"/>
            </a:endParaRPr>
          </a:p>
          <a:p>
            <a:pPr marL="0" indent="0">
              <a:buFont typeface="Arial" panose="020B0604020202020204" pitchFamily="34" charset="0"/>
              <a:buNone/>
            </a:pPr>
            <a:endParaRPr lang="en-US" sz="3600" b="0" i="0" dirty="0">
              <a:effectLst/>
              <a:latin typeface="Trebuchet MS" panose="020B0703020202090204" pitchFamily="34" charset="0"/>
              <a:ea typeface="Aptos" panose="020B0004020202020204" pitchFamily="34" charset="0"/>
              <a:cs typeface="Times New Roman" panose="02020603050405020304" pitchFamily="18" charset="0"/>
            </a:endParaRPr>
          </a:p>
          <a:p>
            <a:pPr marL="0" indent="0">
              <a:buFont typeface="Arial" panose="020B0604020202020204" pitchFamily="34" charset="0"/>
              <a:buNone/>
            </a:pPr>
            <a:r>
              <a:rPr lang="en-US" sz="3600" b="0" i="0" dirty="0">
                <a:effectLst/>
                <a:latin typeface="Trebuchet MS" panose="020B0703020202090204" pitchFamily="34" charset="0"/>
                <a:ea typeface="Aptos" panose="020B0004020202020204" pitchFamily="34" charset="0"/>
                <a:cs typeface="Times New Roman" panose="02020603050405020304" pitchFamily="18" charset="0"/>
              </a:rPr>
              <a:t>Name or Org 1</a:t>
            </a:r>
          </a:p>
          <a:p>
            <a:pPr marL="0" indent="0">
              <a:buFont typeface="Arial" panose="020B0604020202020204" pitchFamily="34" charset="0"/>
              <a:buNone/>
            </a:pPr>
            <a:r>
              <a:rPr lang="en-US" sz="3600" b="0" i="0" dirty="0">
                <a:effectLst/>
                <a:latin typeface="Trebuchet MS" panose="020B0703020202090204" pitchFamily="34" charset="0"/>
                <a:ea typeface="Aptos" panose="020B0004020202020204" pitchFamily="34" charset="0"/>
                <a:cs typeface="Times New Roman" panose="02020603050405020304" pitchFamily="18" charset="0"/>
              </a:rPr>
              <a:t>Name or Org 2</a:t>
            </a:r>
          </a:p>
          <a:p>
            <a:pPr marL="0" indent="0">
              <a:buFont typeface="Arial" panose="020B0604020202020204" pitchFamily="34" charset="0"/>
              <a:buNone/>
            </a:pPr>
            <a:r>
              <a:rPr lang="en-US" sz="3600" b="0" i="0" dirty="0">
                <a:effectLst/>
                <a:latin typeface="Trebuchet MS" panose="020B0703020202090204" pitchFamily="34" charset="0"/>
                <a:ea typeface="Aptos" panose="020B0004020202020204" pitchFamily="34" charset="0"/>
                <a:cs typeface="Times New Roman" panose="02020603050405020304" pitchFamily="18" charset="0"/>
              </a:rPr>
              <a:t>Name or)org 3</a:t>
            </a:r>
          </a:p>
          <a:p>
            <a:pPr marL="0" indent="0">
              <a:buFont typeface="Arial" panose="020B0604020202020204" pitchFamily="34" charset="0"/>
              <a:buNone/>
            </a:pPr>
            <a:endParaRPr lang="en-US" sz="3600" b="0" i="0" dirty="0">
              <a:effectLst/>
              <a:latin typeface="Trebuchet MS" panose="020B0703020202090204" pitchFamily="34" charset="0"/>
              <a:ea typeface="Aptos" panose="020B0004020202020204" pitchFamily="34" charset="0"/>
              <a:cs typeface="Times New Roman" panose="02020603050405020304" pitchFamily="18" charset="0"/>
            </a:endParaRPr>
          </a:p>
          <a:p>
            <a:pPr marL="0" indent="0">
              <a:buFont typeface="Arial" panose="020B0604020202020204" pitchFamily="34" charset="0"/>
              <a:buNone/>
            </a:pPr>
            <a:endParaRPr lang="en-US" sz="3600" b="0" i="0" dirty="0">
              <a:effectLst/>
              <a:latin typeface="Trebuchet MS" panose="020B0703020202090204" pitchFamily="34" charset="0"/>
              <a:ea typeface="Aptos" panose="020B0004020202020204" pitchFamily="34" charset="0"/>
              <a:cs typeface="Times New Roman" panose="02020603050405020304" pitchFamily="18" charset="0"/>
            </a:endParaRPr>
          </a:p>
        </p:txBody>
      </p:sp>
      <p:sp>
        <p:nvSpPr>
          <p:cNvPr id="24" name="TextBox 23">
            <a:extLst>
              <a:ext uri="{FF2B5EF4-FFF2-40B4-BE49-F238E27FC236}">
                <a16:creationId xmlns:a16="http://schemas.microsoft.com/office/drawing/2014/main" id="{69049E75-12BE-CB29-9F2A-D34F4C29BC9F}"/>
              </a:ext>
            </a:extLst>
          </p:cNvPr>
          <p:cNvSpPr txBox="1"/>
          <p:nvPr/>
        </p:nvSpPr>
        <p:spPr>
          <a:xfrm>
            <a:off x="31541242" y="25487566"/>
            <a:ext cx="10970948" cy="914400"/>
          </a:xfrm>
          <a:prstGeom prst="rect">
            <a:avLst/>
          </a:prstGeom>
          <a:solidFill>
            <a:srgbClr val="BD8B13"/>
          </a:solidFill>
        </p:spPr>
        <p:txBody>
          <a:bodyPr wrap="square" rtlCol="0" anchor="ctr">
            <a:spAutoFit/>
          </a:bodyPr>
          <a:lstStyle/>
          <a:p>
            <a:pPr algn="ctr"/>
            <a:r>
              <a:rPr lang="en-US" sz="4000" b="1" spc="300" baseline="0" dirty="0">
                <a:solidFill>
                  <a:schemeClr val="bg1"/>
                </a:solidFill>
                <a:effectLst/>
                <a:latin typeface="Georgia" panose="02040502050405020303" pitchFamily="18" charset="0"/>
                <a:ea typeface="Aptos" panose="020B0004020202020204" pitchFamily="34" charset="0"/>
                <a:cs typeface="Times New Roman" panose="02020603050405020304" pitchFamily="18" charset="0"/>
              </a:rPr>
              <a:t>Acknowledgements</a:t>
            </a:r>
            <a:endParaRPr lang="en-US" sz="4000" b="1" spc="300" baseline="0" dirty="0">
              <a:solidFill>
                <a:schemeClr val="bg1"/>
              </a:solidFill>
              <a:latin typeface="Georgia" panose="02040502050405020303" pitchFamily="18" charset="0"/>
            </a:endParaRPr>
          </a:p>
        </p:txBody>
      </p:sp>
      <p:sp>
        <p:nvSpPr>
          <p:cNvPr id="25" name="TextBox 24">
            <a:extLst>
              <a:ext uri="{FF2B5EF4-FFF2-40B4-BE49-F238E27FC236}">
                <a16:creationId xmlns:a16="http://schemas.microsoft.com/office/drawing/2014/main" id="{A407416D-305E-FDDB-9EA1-15F9D0257A4B}"/>
              </a:ext>
            </a:extLst>
          </p:cNvPr>
          <p:cNvSpPr txBox="1"/>
          <p:nvPr/>
        </p:nvSpPr>
        <p:spPr>
          <a:xfrm>
            <a:off x="1014147" y="558800"/>
            <a:ext cx="33936253" cy="1446550"/>
          </a:xfrm>
          <a:prstGeom prst="rect">
            <a:avLst/>
          </a:prstGeom>
          <a:noFill/>
        </p:spPr>
        <p:txBody>
          <a:bodyPr wrap="square" rtlCol="0">
            <a:spAutoFit/>
          </a:bodyPr>
          <a:lstStyle/>
          <a:p>
            <a:r>
              <a:rPr lang="en-US" sz="8800" b="0" i="0" dirty="0">
                <a:solidFill>
                  <a:schemeClr val="bg1"/>
                </a:solidFill>
                <a:latin typeface="Georgia" panose="02040502050405020303" pitchFamily="18" charset="0"/>
              </a:rPr>
              <a:t>Your research title here, capitalize only first word and proper nouns</a:t>
            </a:r>
          </a:p>
        </p:txBody>
      </p:sp>
      <p:sp>
        <p:nvSpPr>
          <p:cNvPr id="26" name="TextBox 25">
            <a:extLst>
              <a:ext uri="{FF2B5EF4-FFF2-40B4-BE49-F238E27FC236}">
                <a16:creationId xmlns:a16="http://schemas.microsoft.com/office/drawing/2014/main" id="{3262558E-5B12-8730-B73C-D9FA7F9E05F4}"/>
              </a:ext>
            </a:extLst>
          </p:cNvPr>
          <p:cNvSpPr txBox="1"/>
          <p:nvPr/>
        </p:nvSpPr>
        <p:spPr>
          <a:xfrm>
            <a:off x="1166547" y="2489200"/>
            <a:ext cx="33936253" cy="769441"/>
          </a:xfrm>
          <a:prstGeom prst="rect">
            <a:avLst/>
          </a:prstGeom>
          <a:noFill/>
        </p:spPr>
        <p:txBody>
          <a:bodyPr wrap="square" rtlCol="0">
            <a:spAutoFit/>
          </a:bodyPr>
          <a:lstStyle/>
          <a:p>
            <a:r>
              <a:rPr lang="en-US" sz="4400" b="0" i="0" dirty="0">
                <a:solidFill>
                  <a:schemeClr val="bg1"/>
                </a:solidFill>
                <a:latin typeface="Georgia" panose="02040502050405020303" pitchFamily="18" charset="0"/>
              </a:rPr>
              <a:t>Name One, Name Two, Name Three &amp; Other Names. Faculty Name, Faculty Department</a:t>
            </a:r>
          </a:p>
        </p:txBody>
      </p:sp>
      <p:pic>
        <p:nvPicPr>
          <p:cNvPr id="2" name="Picture 1">
            <a:extLst>
              <a:ext uri="{FF2B5EF4-FFF2-40B4-BE49-F238E27FC236}">
                <a16:creationId xmlns:a16="http://schemas.microsoft.com/office/drawing/2014/main" id="{A831D5E5-1490-4364-FEEE-AD53A3088B95}"/>
              </a:ext>
            </a:extLst>
          </p:cNvPr>
          <p:cNvPicPr>
            <a:picLocks noChangeAspect="1"/>
          </p:cNvPicPr>
          <p:nvPr/>
        </p:nvPicPr>
        <p:blipFill rotWithShape="1">
          <a:blip r:embed="rId2">
            <a:extLst>
              <a:ext uri="{28A0092B-C50C-407E-A947-70E740481C1C}">
                <a14:useLocalDpi xmlns:a14="http://schemas.microsoft.com/office/drawing/2010/main"/>
              </a:ext>
            </a:extLst>
          </a:blip>
          <a:srcRect l="83090" t="3005" r="1493" b="90217"/>
          <a:stretch/>
        </p:blipFill>
        <p:spPr>
          <a:xfrm>
            <a:off x="36446668" y="981260"/>
            <a:ext cx="6766560" cy="2231060"/>
          </a:xfrm>
          <a:prstGeom prst="rect">
            <a:avLst/>
          </a:prstGeom>
        </p:spPr>
      </p:pic>
    </p:spTree>
    <p:extLst>
      <p:ext uri="{BB962C8B-B14F-4D97-AF65-F5344CB8AC3E}">
        <p14:creationId xmlns:p14="http://schemas.microsoft.com/office/powerpoint/2010/main" val="314688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TotalTime>
  <Words>790</Words>
  <Application>Microsoft Macintosh PowerPoint</Application>
  <PresentationFormat>Custom</PresentationFormat>
  <Paragraphs>66</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Calibri</vt:lpstr>
      <vt:lpstr>Georgia</vt:lpstr>
      <vt:lpstr>Symbol</vt:lpstr>
      <vt:lpstr>Trebuchet MS</vt:lpstr>
      <vt:lpstr>Office Theme</vt:lpstr>
      <vt:lpstr>PowerPoint Presentation</vt:lpstr>
      <vt:lpstr>PowerPoint Presentation</vt:lpstr>
    </vt:vector>
  </TitlesOfParts>
  <Company>University of San Diego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Allen Wynar</dc:creator>
  <cp:lastModifiedBy>DG</cp:lastModifiedBy>
  <cp:revision>42</cp:revision>
  <dcterms:created xsi:type="dcterms:W3CDTF">2013-01-31T23:00:00Z</dcterms:created>
  <dcterms:modified xsi:type="dcterms:W3CDTF">2024-04-17T04:39:22Z</dcterms:modified>
</cp:coreProperties>
</file>